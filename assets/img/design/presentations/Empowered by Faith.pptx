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Light" charset="1" panose="00000400000000000000"/>
      <p:regular r:id="rId23"/>
    </p:embeddedFont>
    <p:embeddedFont>
      <p:font typeface="Poppins Ultra-Bold" charset="1" panose="00000900000000000000"/>
      <p:regular r:id="rId24"/>
    </p:embeddedFont>
    <p:embeddedFont>
      <p:font typeface="Poppins" charset="1" panose="00000500000000000000"/>
      <p:regular r:id="rId25"/>
    </p:embeddedFont>
    <p:embeddedFont>
      <p:font typeface="Bebas Neue" charset="1" panose="00000500000000000000"/>
      <p:regular r:id="rId26"/>
    </p:embeddedFont>
    <p:embeddedFont>
      <p:font typeface="Poppins Semi-Bold" charset="1" panose="00000700000000000000"/>
      <p:regular r:id="rId27"/>
    </p:embeddedFont>
    <p:embeddedFont>
      <p:font typeface="Poppins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image21.png" Type="http://schemas.openxmlformats.org/officeDocument/2006/relationships/image"/><Relationship Id="rId4" Target="../media/image2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34168" y="7460174"/>
            <a:ext cx="11819665" cy="926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5"/>
              </a:lnSpc>
            </a:pPr>
            <a:r>
              <a:rPr lang="en-US" sz="5154" spc="-376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NATIONAL WOMEN’S WEEK CELEBRATION ‘25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9666804" y="1233039"/>
            <a:ext cx="2338042" cy="2295532"/>
          </a:xfrm>
          <a:custGeom>
            <a:avLst/>
            <a:gdLst/>
            <a:ahLst/>
            <a:cxnLst/>
            <a:rect r="r" b="b" t="t" l="l"/>
            <a:pathLst>
              <a:path h="2295532" w="2338042">
                <a:moveTo>
                  <a:pt x="2338041" y="0"/>
                </a:moveTo>
                <a:lnTo>
                  <a:pt x="0" y="0"/>
                </a:lnTo>
                <a:lnTo>
                  <a:pt x="0" y="2295531"/>
                </a:lnTo>
                <a:lnTo>
                  <a:pt x="2338041" y="2295531"/>
                </a:lnTo>
                <a:lnTo>
                  <a:pt x="233804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62369" y="1233039"/>
            <a:ext cx="2338042" cy="2295532"/>
          </a:xfrm>
          <a:custGeom>
            <a:avLst/>
            <a:gdLst/>
            <a:ahLst/>
            <a:cxnLst/>
            <a:rect r="r" b="b" t="t" l="l"/>
            <a:pathLst>
              <a:path h="2295532" w="2338042">
                <a:moveTo>
                  <a:pt x="0" y="0"/>
                </a:moveTo>
                <a:lnTo>
                  <a:pt x="2338042" y="0"/>
                </a:lnTo>
                <a:lnTo>
                  <a:pt x="2338042" y="2295531"/>
                </a:lnTo>
                <a:lnTo>
                  <a:pt x="0" y="2295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526853" y="-197125"/>
            <a:ext cx="5234294" cy="7851440"/>
          </a:xfrm>
          <a:custGeom>
            <a:avLst/>
            <a:gdLst/>
            <a:ahLst/>
            <a:cxnLst/>
            <a:rect r="r" b="b" t="t" l="l"/>
            <a:pathLst>
              <a:path h="7851440" w="5234294">
                <a:moveTo>
                  <a:pt x="0" y="0"/>
                </a:moveTo>
                <a:lnTo>
                  <a:pt x="5234294" y="0"/>
                </a:lnTo>
                <a:lnTo>
                  <a:pt x="5234294" y="7851441"/>
                </a:lnTo>
                <a:lnTo>
                  <a:pt x="0" y="78514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715674" y="4500938"/>
            <a:ext cx="20240947" cy="2902086"/>
            <a:chOff x="0" y="0"/>
            <a:chExt cx="5330949" cy="7643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330949" cy="764336"/>
            </a:xfrm>
            <a:custGeom>
              <a:avLst/>
              <a:gdLst/>
              <a:ahLst/>
              <a:cxnLst/>
              <a:rect r="r" b="b" t="t" l="l"/>
              <a:pathLst>
                <a:path h="764336" w="5330949">
                  <a:moveTo>
                    <a:pt x="0" y="0"/>
                  </a:moveTo>
                  <a:lnTo>
                    <a:pt x="5330949" y="0"/>
                  </a:lnTo>
                  <a:lnTo>
                    <a:pt x="5330949" y="764336"/>
                  </a:lnTo>
                  <a:lnTo>
                    <a:pt x="0" y="764336"/>
                  </a:lnTo>
                  <a:close/>
                </a:path>
              </a:pathLst>
            </a:custGeom>
            <a:solidFill>
              <a:srgbClr val="3B261B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330949" cy="802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3029733" y="3338070"/>
            <a:ext cx="12228533" cy="5361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78"/>
              </a:lnSpc>
            </a:pPr>
            <a:r>
              <a:rPr lang="en-US" b="true" sz="33946" spc="-1289">
                <a:solidFill>
                  <a:srgbClr val="88FB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FAITH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26853" y="8439590"/>
            <a:ext cx="5006082" cy="818710"/>
            <a:chOff x="0" y="0"/>
            <a:chExt cx="1318474" cy="2156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8474" cy="215627"/>
            </a:xfrm>
            <a:custGeom>
              <a:avLst/>
              <a:gdLst/>
              <a:ahLst/>
              <a:cxnLst/>
              <a:rect r="r" b="b" t="t" l="l"/>
              <a:pathLst>
                <a:path h="215627" w="1318474">
                  <a:moveTo>
                    <a:pt x="41756" y="0"/>
                  </a:moveTo>
                  <a:lnTo>
                    <a:pt x="1276719" y="0"/>
                  </a:lnTo>
                  <a:cubicBezTo>
                    <a:pt x="1299780" y="0"/>
                    <a:pt x="1318474" y="18695"/>
                    <a:pt x="1318474" y="41756"/>
                  </a:cubicBezTo>
                  <a:lnTo>
                    <a:pt x="1318474" y="173872"/>
                  </a:lnTo>
                  <a:cubicBezTo>
                    <a:pt x="1318474" y="196933"/>
                    <a:pt x="1299780" y="215627"/>
                    <a:pt x="1276719" y="215627"/>
                  </a:cubicBezTo>
                  <a:lnTo>
                    <a:pt x="41756" y="215627"/>
                  </a:lnTo>
                  <a:cubicBezTo>
                    <a:pt x="18695" y="215627"/>
                    <a:pt x="0" y="196933"/>
                    <a:pt x="0" y="173872"/>
                  </a:cubicBezTo>
                  <a:lnTo>
                    <a:pt x="0" y="41756"/>
                  </a:lnTo>
                  <a:cubicBezTo>
                    <a:pt x="0" y="18695"/>
                    <a:pt x="18695" y="0"/>
                    <a:pt x="41756" y="0"/>
                  </a:cubicBezTo>
                  <a:close/>
                </a:path>
              </a:pathLst>
            </a:custGeom>
            <a:ln w="38100" cap="rnd">
              <a:solidFill>
                <a:srgbClr val="88FB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18474" cy="2537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33946" y="518788"/>
            <a:ext cx="1604320" cy="1019825"/>
          </a:xfrm>
          <a:custGeom>
            <a:avLst/>
            <a:gdLst/>
            <a:ahLst/>
            <a:cxnLst/>
            <a:rect r="r" b="b" t="t" l="l"/>
            <a:pathLst>
              <a:path h="1019825" w="1604320">
                <a:moveTo>
                  <a:pt x="0" y="0"/>
                </a:moveTo>
                <a:lnTo>
                  <a:pt x="1604320" y="0"/>
                </a:lnTo>
                <a:lnTo>
                  <a:pt x="1604320" y="1019824"/>
                </a:lnTo>
                <a:lnTo>
                  <a:pt x="0" y="10198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575" t="-65683" r="-33836" b="-92958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780608" y="392650"/>
            <a:ext cx="1293097" cy="129309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4701318" y="302749"/>
            <a:ext cx="1432629" cy="1451902"/>
          </a:xfrm>
          <a:custGeom>
            <a:avLst/>
            <a:gdLst/>
            <a:ahLst/>
            <a:cxnLst/>
            <a:rect r="r" b="b" t="t" l="l"/>
            <a:pathLst>
              <a:path h="1451902" w="1432629">
                <a:moveTo>
                  <a:pt x="0" y="0"/>
                </a:moveTo>
                <a:lnTo>
                  <a:pt x="1432628" y="0"/>
                </a:lnTo>
                <a:lnTo>
                  <a:pt x="1432628" y="1451902"/>
                </a:lnTo>
                <a:lnTo>
                  <a:pt x="0" y="14519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55065" y="8306240"/>
            <a:ext cx="4777870" cy="87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9"/>
              </a:lnSpc>
            </a:pPr>
            <a:r>
              <a:rPr lang="en-US" sz="4892" spc="-35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By: Marian Yakah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61147" y="3557145"/>
            <a:ext cx="3376730" cy="111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4"/>
              </a:lnSpc>
            </a:pPr>
            <a:r>
              <a:rPr lang="en-US" sz="6381" spc="153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ESTHER 4:14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263937" y="3585720"/>
            <a:ext cx="4101175" cy="1115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4"/>
              </a:lnSpc>
            </a:pPr>
            <a:r>
              <a:rPr lang="en-US" sz="6381" spc="153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EMPOWERED BY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E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180961" y="6429758"/>
            <a:ext cx="6107039" cy="3808571"/>
          </a:xfrm>
          <a:custGeom>
            <a:avLst/>
            <a:gdLst/>
            <a:ahLst/>
            <a:cxnLst/>
            <a:rect r="r" b="b" t="t" l="l"/>
            <a:pathLst>
              <a:path h="3808571" w="6107039">
                <a:moveTo>
                  <a:pt x="0" y="0"/>
                </a:moveTo>
                <a:lnTo>
                  <a:pt x="6107039" y="0"/>
                </a:lnTo>
                <a:lnTo>
                  <a:pt x="6107039" y="3808572"/>
                </a:lnTo>
                <a:lnTo>
                  <a:pt x="0" y="38085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00430" y="2671543"/>
            <a:ext cx="15287141" cy="475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02"/>
              </a:lnSpc>
            </a:pPr>
            <a:r>
              <a:rPr lang="en-US" b="true" sz="6692" spc="-488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Empowerment can involve gaining the knowledge, skills and resources needed to succeed, as well as </a:t>
            </a:r>
            <a:r>
              <a:rPr lang="en-US" b="true" sz="6692" spc="-48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feeling confident and secure in one’s abilities.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426295" y="739501"/>
            <a:ext cx="12607256" cy="1171799"/>
            <a:chOff x="0" y="0"/>
            <a:chExt cx="3320430" cy="3086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20429" cy="308622"/>
            </a:xfrm>
            <a:custGeom>
              <a:avLst/>
              <a:gdLst/>
              <a:ahLst/>
              <a:cxnLst/>
              <a:rect r="r" b="b" t="t" l="l"/>
              <a:pathLst>
                <a:path h="308622" w="3320429">
                  <a:moveTo>
                    <a:pt x="31318" y="0"/>
                  </a:moveTo>
                  <a:lnTo>
                    <a:pt x="3289111" y="0"/>
                  </a:lnTo>
                  <a:cubicBezTo>
                    <a:pt x="3297417" y="0"/>
                    <a:pt x="3305383" y="3300"/>
                    <a:pt x="3311256" y="9173"/>
                  </a:cubicBezTo>
                  <a:cubicBezTo>
                    <a:pt x="3317130" y="15046"/>
                    <a:pt x="3320429" y="23012"/>
                    <a:pt x="3320429" y="31318"/>
                  </a:cubicBezTo>
                  <a:lnTo>
                    <a:pt x="3320429" y="277304"/>
                  </a:lnTo>
                  <a:cubicBezTo>
                    <a:pt x="3320429" y="285610"/>
                    <a:pt x="3317130" y="293576"/>
                    <a:pt x="3311256" y="299449"/>
                  </a:cubicBezTo>
                  <a:cubicBezTo>
                    <a:pt x="3305383" y="305322"/>
                    <a:pt x="3297417" y="308622"/>
                    <a:pt x="3289111" y="308622"/>
                  </a:cubicBezTo>
                  <a:lnTo>
                    <a:pt x="31318" y="308622"/>
                  </a:lnTo>
                  <a:cubicBezTo>
                    <a:pt x="23012" y="308622"/>
                    <a:pt x="15046" y="305322"/>
                    <a:pt x="9173" y="299449"/>
                  </a:cubicBezTo>
                  <a:cubicBezTo>
                    <a:pt x="3300" y="293576"/>
                    <a:pt x="0" y="285610"/>
                    <a:pt x="0" y="277304"/>
                  </a:cubicBezTo>
                  <a:lnTo>
                    <a:pt x="0" y="31318"/>
                  </a:lnTo>
                  <a:cubicBezTo>
                    <a:pt x="0" y="23012"/>
                    <a:pt x="3300" y="15046"/>
                    <a:pt x="9173" y="9173"/>
                  </a:cubicBezTo>
                  <a:cubicBezTo>
                    <a:pt x="15046" y="3300"/>
                    <a:pt x="23012" y="0"/>
                    <a:pt x="31318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20430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19010" y="777491"/>
            <a:ext cx="11459340" cy="94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5"/>
              </a:lnSpc>
            </a:pPr>
            <a:r>
              <a:rPr lang="en-US" b="true" sz="5232" spc="-3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does it mean to be empowered?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3E7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26295" y="739501"/>
            <a:ext cx="12607256" cy="1171799"/>
            <a:chOff x="0" y="0"/>
            <a:chExt cx="3320430" cy="3086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320429" cy="308622"/>
            </a:xfrm>
            <a:custGeom>
              <a:avLst/>
              <a:gdLst/>
              <a:ahLst/>
              <a:cxnLst/>
              <a:rect r="r" b="b" t="t" l="l"/>
              <a:pathLst>
                <a:path h="308622" w="3320429">
                  <a:moveTo>
                    <a:pt x="31318" y="0"/>
                  </a:moveTo>
                  <a:lnTo>
                    <a:pt x="3289111" y="0"/>
                  </a:lnTo>
                  <a:cubicBezTo>
                    <a:pt x="3297417" y="0"/>
                    <a:pt x="3305383" y="3300"/>
                    <a:pt x="3311256" y="9173"/>
                  </a:cubicBezTo>
                  <a:cubicBezTo>
                    <a:pt x="3317130" y="15046"/>
                    <a:pt x="3320429" y="23012"/>
                    <a:pt x="3320429" y="31318"/>
                  </a:cubicBezTo>
                  <a:lnTo>
                    <a:pt x="3320429" y="277304"/>
                  </a:lnTo>
                  <a:cubicBezTo>
                    <a:pt x="3320429" y="285610"/>
                    <a:pt x="3317130" y="293576"/>
                    <a:pt x="3311256" y="299449"/>
                  </a:cubicBezTo>
                  <a:cubicBezTo>
                    <a:pt x="3305383" y="305322"/>
                    <a:pt x="3297417" y="308622"/>
                    <a:pt x="3289111" y="308622"/>
                  </a:cubicBezTo>
                  <a:lnTo>
                    <a:pt x="31318" y="308622"/>
                  </a:lnTo>
                  <a:cubicBezTo>
                    <a:pt x="23012" y="308622"/>
                    <a:pt x="15046" y="305322"/>
                    <a:pt x="9173" y="299449"/>
                  </a:cubicBezTo>
                  <a:cubicBezTo>
                    <a:pt x="3300" y="293576"/>
                    <a:pt x="0" y="285610"/>
                    <a:pt x="0" y="277304"/>
                  </a:cubicBezTo>
                  <a:lnTo>
                    <a:pt x="0" y="31318"/>
                  </a:lnTo>
                  <a:cubicBezTo>
                    <a:pt x="0" y="23012"/>
                    <a:pt x="3300" y="15046"/>
                    <a:pt x="9173" y="9173"/>
                  </a:cubicBezTo>
                  <a:cubicBezTo>
                    <a:pt x="15046" y="3300"/>
                    <a:pt x="23012" y="0"/>
                    <a:pt x="31318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320430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9010" y="777491"/>
            <a:ext cx="11459340" cy="943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5"/>
              </a:lnSpc>
            </a:pPr>
            <a:r>
              <a:rPr lang="en-US" b="true" sz="5232" spc="-38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does it mean to be empowered?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6734" y="2552359"/>
            <a:ext cx="16230600" cy="3741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49"/>
              </a:lnSpc>
            </a:pPr>
            <a:r>
              <a:rPr lang="en-US" b="true" sz="6091" spc="-44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The Merriam-Webster dictionary defines empowerment or to be empowered as the granting of the power, right or authority to perform various acts or duties.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8464" y="6601071"/>
            <a:ext cx="15287141" cy="3094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63"/>
              </a:lnSpc>
            </a:pPr>
            <a:r>
              <a:rPr lang="en-US" b="true" sz="6692" spc="-488">
                <a:solidFill>
                  <a:srgbClr val="FF9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Which suggests to me that there are some acts, duties, or things you need power or authority to be able to carry out.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4210" y="3141184"/>
            <a:ext cx="15799580" cy="394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50"/>
              </a:lnSpc>
            </a:pPr>
            <a:r>
              <a:rPr lang="en-US" b="true" sz="8529" spc="-62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Now </a:t>
            </a:r>
            <a:r>
              <a:rPr lang="en-US" b="true" sz="8529" spc="-622">
                <a:solidFill>
                  <a:srgbClr val="FF9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</a:t>
            </a:r>
            <a:r>
              <a:rPr lang="en-US" b="true" sz="8529" spc="-622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</a:t>
            </a:r>
            <a:r>
              <a:rPr lang="en-US" b="true" sz="8529" spc="-62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is confidence in what we hope for and assurance about what we do not see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78804" y="7414759"/>
            <a:ext cx="8330392" cy="129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6"/>
              </a:lnSpc>
            </a:pPr>
            <a:r>
              <a:rPr lang="en-US" b="true" sz="8098" spc="-591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Hebrews 11:1 (NIV)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075111"/>
            <a:ext cx="15298832" cy="276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25"/>
              </a:lnSpc>
            </a:pPr>
            <a:r>
              <a:rPr lang="en-US" b="true" sz="9928" spc="-724">
                <a:solidFill>
                  <a:srgbClr val="FF9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 with God nothing will be impossible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57999" y="7459397"/>
            <a:ext cx="7172003" cy="11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6971" spc="-50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Luke 1:37 (NIV)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78792" y="3386145"/>
            <a:ext cx="1330417" cy="1380621"/>
          </a:xfrm>
          <a:custGeom>
            <a:avLst/>
            <a:gdLst/>
            <a:ahLst/>
            <a:cxnLst/>
            <a:rect r="r" b="b" t="t" l="l"/>
            <a:pathLst>
              <a:path h="1380621" w="1330417">
                <a:moveTo>
                  <a:pt x="0" y="0"/>
                </a:moveTo>
                <a:lnTo>
                  <a:pt x="1330416" y="0"/>
                </a:lnTo>
                <a:lnTo>
                  <a:pt x="1330416" y="1380621"/>
                </a:lnTo>
                <a:lnTo>
                  <a:pt x="0" y="138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0052" y="772865"/>
            <a:ext cx="11106260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ow then can you have faith?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7524" y="4560525"/>
            <a:ext cx="14852953" cy="282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Accepting the Lord as your Personal Saviour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5704" y="3449511"/>
            <a:ext cx="436593" cy="118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64"/>
              </a:lnSpc>
            </a:pPr>
            <a:r>
              <a:rPr lang="en-US" b="true" sz="7365" spc="-537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054741"/>
            <a:ext cx="15998778" cy="598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30"/>
              </a:lnSpc>
            </a:pPr>
            <a:r>
              <a:rPr lang="en-US" b="true" sz="7433" spc="-5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And without </a:t>
            </a:r>
            <a:r>
              <a:rPr lang="en-US" b="true" sz="7433" spc="-542">
                <a:solidFill>
                  <a:srgbClr val="FF9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</a:t>
            </a:r>
            <a:r>
              <a:rPr lang="en-US" b="true" sz="7433" spc="-54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it is impossible to please him, for whoever would draw near to God must believe that he exists and that he rewards those who seek him.</a:t>
            </a:r>
          </a:p>
          <a:p>
            <a:pPr algn="ctr">
              <a:lnSpc>
                <a:spcPts val="773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557999" y="8155191"/>
            <a:ext cx="7172003" cy="11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6971" spc="-50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Hebrews 11:6  (NIV)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518" r="0" b="-285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22559" y="3595021"/>
            <a:ext cx="1442882" cy="1809257"/>
          </a:xfrm>
          <a:custGeom>
            <a:avLst/>
            <a:gdLst/>
            <a:ahLst/>
            <a:cxnLst/>
            <a:rect r="r" b="b" t="t" l="l"/>
            <a:pathLst>
              <a:path h="1809257" w="1442882">
                <a:moveTo>
                  <a:pt x="0" y="0"/>
                </a:moveTo>
                <a:lnTo>
                  <a:pt x="1442882" y="0"/>
                </a:lnTo>
                <a:lnTo>
                  <a:pt x="1442882" y="1809256"/>
                </a:lnTo>
                <a:lnTo>
                  <a:pt x="0" y="1809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0052" y="772865"/>
            <a:ext cx="11106260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ow then can you have faith?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9227" y="5328077"/>
            <a:ext cx="14852953" cy="282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Staying in the word / Abiding in the word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25704" y="4452024"/>
            <a:ext cx="301800" cy="822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58"/>
              </a:lnSpc>
            </a:pPr>
            <a:r>
              <a:rPr lang="en-US" b="true" sz="5091" spc="-37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54952" y="4262283"/>
            <a:ext cx="15053176" cy="362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8"/>
              </a:lnSpc>
            </a:pPr>
            <a:r>
              <a:rPr lang="en-US" b="true" sz="8854" spc="-64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So then </a:t>
            </a:r>
            <a:r>
              <a:rPr lang="en-US" b="true" sz="8854" spc="-646">
                <a:solidFill>
                  <a:srgbClr val="FF9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</a:t>
            </a:r>
            <a:r>
              <a:rPr lang="en-US" b="true" sz="8854" spc="-646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cometh by hearing and hearing the word of God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369643" y="8155191"/>
            <a:ext cx="7548714" cy="11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6971" spc="-50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Romans 10:17 (NIV)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8518" r="0" b="-2851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315200" y="3149346"/>
            <a:ext cx="3657600" cy="1975104"/>
          </a:xfrm>
          <a:custGeom>
            <a:avLst/>
            <a:gdLst/>
            <a:ahLst/>
            <a:cxnLst/>
            <a:rect r="r" b="b" t="t" l="l"/>
            <a:pathLst>
              <a:path h="1975104" w="3657600">
                <a:moveTo>
                  <a:pt x="0" y="0"/>
                </a:moveTo>
                <a:lnTo>
                  <a:pt x="3657600" y="0"/>
                </a:lnTo>
                <a:lnTo>
                  <a:pt x="3657600" y="1975104"/>
                </a:lnTo>
                <a:lnTo>
                  <a:pt x="0" y="19751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0052" y="772865"/>
            <a:ext cx="11106260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ow then can you have faith?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7524" y="5704789"/>
            <a:ext cx="14852953" cy="282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Not forsaking the gathering of the saints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61024" y="4098798"/>
            <a:ext cx="365952" cy="996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6"/>
              </a:lnSpc>
            </a:pPr>
            <a:r>
              <a:rPr lang="en-US" b="true" sz="6173" spc="-45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685026"/>
            <a:ext cx="16230600" cy="5312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5"/>
              </a:lnSpc>
            </a:pP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...</a:t>
            </a: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ot giving up meeting together, as some are in the habit of doing, but encouraging one another—and all the more as you see the Day approaching.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05761" y="8155191"/>
            <a:ext cx="7838492" cy="11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6971" spc="-50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Romans 10:17 (NIV)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" r="0" b="-3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7933792" y="3669220"/>
            <a:ext cx="2606527" cy="1474280"/>
          </a:xfrm>
          <a:custGeom>
            <a:avLst/>
            <a:gdLst/>
            <a:ahLst/>
            <a:cxnLst/>
            <a:rect r="r" b="b" t="t" l="l"/>
            <a:pathLst>
              <a:path h="1474280" w="2606527">
                <a:moveTo>
                  <a:pt x="0" y="0"/>
                </a:moveTo>
                <a:lnTo>
                  <a:pt x="2606526" y="0"/>
                </a:lnTo>
                <a:lnTo>
                  <a:pt x="2606526" y="1474280"/>
                </a:lnTo>
                <a:lnTo>
                  <a:pt x="0" y="14742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252" y="740107"/>
            <a:ext cx="11630609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DOES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FAITH EMPOWER US?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760191" y="5067300"/>
            <a:ext cx="8767618" cy="1456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 is currency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12487" y="4083148"/>
            <a:ext cx="815425" cy="62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9"/>
              </a:lnSpc>
            </a:pPr>
            <a:r>
              <a:rPr lang="en-US" b="true" sz="3873" spc="-2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462004" y="3801828"/>
            <a:ext cx="1363992" cy="1341672"/>
          </a:xfrm>
          <a:custGeom>
            <a:avLst/>
            <a:gdLst/>
            <a:ahLst/>
            <a:cxnLst/>
            <a:rect r="r" b="b" t="t" l="l"/>
            <a:pathLst>
              <a:path h="1341672" w="1363992">
                <a:moveTo>
                  <a:pt x="0" y="0"/>
                </a:moveTo>
                <a:lnTo>
                  <a:pt x="1363992" y="0"/>
                </a:lnTo>
                <a:lnTo>
                  <a:pt x="1363992" y="1341672"/>
                </a:lnTo>
                <a:lnTo>
                  <a:pt x="0" y="13416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252" y="740107"/>
            <a:ext cx="11630609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DOES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FAITH EMPOWER US?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3435" y="5067300"/>
            <a:ext cx="14592153" cy="2825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 helps us get through life’s seasons.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9204" y="4064027"/>
            <a:ext cx="735170" cy="55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5"/>
              </a:lnSpc>
            </a:pPr>
            <a:r>
              <a:rPr lang="en-US" b="true" sz="3492" spc="-25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4" r="0" b="-7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6121833" cy="1171799"/>
            <a:chOff x="0" y="0"/>
            <a:chExt cx="1612335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2335" cy="308622"/>
            </a:xfrm>
            <a:custGeom>
              <a:avLst/>
              <a:gdLst/>
              <a:ahLst/>
              <a:cxnLst/>
              <a:rect r="r" b="b" t="t" l="l"/>
              <a:pathLst>
                <a:path h="308622" w="1612335">
                  <a:moveTo>
                    <a:pt x="64497" y="0"/>
                  </a:moveTo>
                  <a:lnTo>
                    <a:pt x="1547838" y="0"/>
                  </a:lnTo>
                  <a:cubicBezTo>
                    <a:pt x="1583458" y="0"/>
                    <a:pt x="1612335" y="28876"/>
                    <a:pt x="1612335" y="64497"/>
                  </a:cubicBezTo>
                  <a:lnTo>
                    <a:pt x="1612335" y="244125"/>
                  </a:lnTo>
                  <a:cubicBezTo>
                    <a:pt x="1612335" y="261231"/>
                    <a:pt x="1605539" y="277636"/>
                    <a:pt x="1593444" y="289731"/>
                  </a:cubicBezTo>
                  <a:cubicBezTo>
                    <a:pt x="1581349" y="301827"/>
                    <a:pt x="1564944" y="308622"/>
                    <a:pt x="1547838" y="308622"/>
                  </a:cubicBezTo>
                  <a:lnTo>
                    <a:pt x="64497" y="308622"/>
                  </a:lnTo>
                  <a:cubicBezTo>
                    <a:pt x="28876" y="308622"/>
                    <a:pt x="0" y="279746"/>
                    <a:pt x="0" y="244125"/>
                  </a:cubicBezTo>
                  <a:lnTo>
                    <a:pt x="0" y="64497"/>
                  </a:lnTo>
                  <a:cubicBezTo>
                    <a:pt x="0" y="47391"/>
                    <a:pt x="6795" y="30986"/>
                    <a:pt x="18891" y="18891"/>
                  </a:cubicBezTo>
                  <a:cubicBezTo>
                    <a:pt x="30986" y="6795"/>
                    <a:pt x="47391" y="0"/>
                    <a:pt x="644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2335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15789" y="616336"/>
            <a:ext cx="5179750" cy="1227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4"/>
              </a:lnSpc>
            </a:pPr>
            <a:r>
              <a:rPr lang="en-US" b="true" sz="6860" spc="-5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Bible Verse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3258512"/>
            <a:ext cx="16230600" cy="4186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5"/>
              </a:lnSpc>
            </a:pP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</a:t>
            </a: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</a:t>
            </a: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all circumstances take up the shield of </a:t>
            </a:r>
            <a:r>
              <a:rPr lang="en-US" b="true" sz="7726" spc="-564">
                <a:solidFill>
                  <a:srgbClr val="F23F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</a:t>
            </a:r>
            <a:r>
              <a:rPr lang="en-US" b="true" sz="7726" spc="-564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, with which you can extinguish all the flaming darts of the evil one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24754" y="7593311"/>
            <a:ext cx="7838492" cy="1103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6"/>
              </a:lnSpc>
            </a:pPr>
            <a:r>
              <a:rPr lang="en-US" b="true" sz="6971" spc="-508">
                <a:solidFill>
                  <a:srgbClr val="88FB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Ephesians 6:16 (NIV)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642" r="0" b="-7919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12506956" cy="1377828"/>
            <a:chOff x="0" y="0"/>
            <a:chExt cx="2801453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01453" cy="308622"/>
            </a:xfrm>
            <a:custGeom>
              <a:avLst/>
              <a:gdLst/>
              <a:ahLst/>
              <a:cxnLst/>
              <a:rect r="r" b="b" t="t" l="l"/>
              <a:pathLst>
                <a:path h="308622" w="2801453">
                  <a:moveTo>
                    <a:pt x="31569" y="0"/>
                  </a:moveTo>
                  <a:lnTo>
                    <a:pt x="2769884" y="0"/>
                  </a:lnTo>
                  <a:cubicBezTo>
                    <a:pt x="2778256" y="0"/>
                    <a:pt x="2786286" y="3326"/>
                    <a:pt x="2792207" y="9246"/>
                  </a:cubicBezTo>
                  <a:cubicBezTo>
                    <a:pt x="2798127" y="15167"/>
                    <a:pt x="2801453" y="23197"/>
                    <a:pt x="2801453" y="31569"/>
                  </a:cubicBezTo>
                  <a:lnTo>
                    <a:pt x="2801453" y="277052"/>
                  </a:lnTo>
                  <a:cubicBezTo>
                    <a:pt x="2801453" y="294488"/>
                    <a:pt x="2787319" y="308622"/>
                    <a:pt x="2769884" y="308622"/>
                  </a:cubicBezTo>
                  <a:lnTo>
                    <a:pt x="31569" y="308622"/>
                  </a:lnTo>
                  <a:cubicBezTo>
                    <a:pt x="14134" y="308622"/>
                    <a:pt x="0" y="294488"/>
                    <a:pt x="0" y="277052"/>
                  </a:cubicBezTo>
                  <a:lnTo>
                    <a:pt x="0" y="31569"/>
                  </a:lnTo>
                  <a:cubicBezTo>
                    <a:pt x="0" y="14134"/>
                    <a:pt x="14134" y="0"/>
                    <a:pt x="31569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801453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510305" y="3813263"/>
            <a:ext cx="1267390" cy="1089955"/>
          </a:xfrm>
          <a:custGeom>
            <a:avLst/>
            <a:gdLst/>
            <a:ahLst/>
            <a:cxnLst/>
            <a:rect r="r" b="b" t="t" l="l"/>
            <a:pathLst>
              <a:path h="1089955" w="1267390">
                <a:moveTo>
                  <a:pt x="0" y="0"/>
                </a:moveTo>
                <a:lnTo>
                  <a:pt x="1267390" y="0"/>
                </a:lnTo>
                <a:lnTo>
                  <a:pt x="1267390" y="1089956"/>
                </a:lnTo>
                <a:lnTo>
                  <a:pt x="0" y="1089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9252" y="740107"/>
            <a:ext cx="11630609" cy="1186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73"/>
              </a:lnSpc>
            </a:pP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HOW DOES</a:t>
            </a:r>
            <a:r>
              <a:rPr lang="en-US" b="true" sz="6552" spc="-47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FAITH EMPOWER US?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3435" y="4827019"/>
            <a:ext cx="15425865" cy="4195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b="true" sz="9074" spc="-662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Faith is central/ critical to the lifeline of our Christian Walk/ Christian journey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19204" y="4064027"/>
            <a:ext cx="735170" cy="559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5"/>
              </a:lnSpc>
            </a:pPr>
            <a:r>
              <a:rPr lang="en-US" b="true" sz="3492" spc="-25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26295" y="739501"/>
            <a:ext cx="7059132" cy="1377828"/>
            <a:chOff x="0" y="0"/>
            <a:chExt cx="1581186" cy="3086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1186" cy="308622"/>
            </a:xfrm>
            <a:custGeom>
              <a:avLst/>
              <a:gdLst/>
              <a:ahLst/>
              <a:cxnLst/>
              <a:rect r="r" b="b" t="t" l="l"/>
              <a:pathLst>
                <a:path h="308622" w="1581186">
                  <a:moveTo>
                    <a:pt x="55933" y="0"/>
                  </a:moveTo>
                  <a:lnTo>
                    <a:pt x="1525253" y="0"/>
                  </a:lnTo>
                  <a:cubicBezTo>
                    <a:pt x="1556144" y="0"/>
                    <a:pt x="1581186" y="25042"/>
                    <a:pt x="1581186" y="55933"/>
                  </a:cubicBezTo>
                  <a:lnTo>
                    <a:pt x="1581186" y="252689"/>
                  </a:lnTo>
                  <a:cubicBezTo>
                    <a:pt x="1581186" y="283580"/>
                    <a:pt x="1556144" y="308622"/>
                    <a:pt x="1525253" y="308622"/>
                  </a:cubicBezTo>
                  <a:lnTo>
                    <a:pt x="55933" y="308622"/>
                  </a:lnTo>
                  <a:cubicBezTo>
                    <a:pt x="25042" y="308622"/>
                    <a:pt x="0" y="283580"/>
                    <a:pt x="0" y="252689"/>
                  </a:cubicBezTo>
                  <a:lnTo>
                    <a:pt x="0" y="55933"/>
                  </a:lnTo>
                  <a:cubicBezTo>
                    <a:pt x="0" y="25042"/>
                    <a:pt x="25042" y="0"/>
                    <a:pt x="55933" y="0"/>
                  </a:cubicBezTo>
                  <a:close/>
                </a:path>
              </a:pathLst>
            </a:custGeom>
            <a:solidFill>
              <a:srgbClr val="88FB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1186" cy="346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56501" y="3506684"/>
            <a:ext cx="944398" cy="800163"/>
          </a:xfrm>
          <a:custGeom>
            <a:avLst/>
            <a:gdLst/>
            <a:ahLst/>
            <a:cxnLst/>
            <a:rect r="r" b="b" t="t" l="l"/>
            <a:pathLst>
              <a:path h="800163" w="944398">
                <a:moveTo>
                  <a:pt x="0" y="0"/>
                </a:moveTo>
                <a:lnTo>
                  <a:pt x="944398" y="0"/>
                </a:lnTo>
                <a:lnTo>
                  <a:pt x="944398" y="800163"/>
                </a:lnTo>
                <a:lnTo>
                  <a:pt x="0" y="80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9259" y="6093218"/>
            <a:ext cx="944398" cy="800163"/>
          </a:xfrm>
          <a:custGeom>
            <a:avLst/>
            <a:gdLst/>
            <a:ahLst/>
            <a:cxnLst/>
            <a:rect r="r" b="b" t="t" l="l"/>
            <a:pathLst>
              <a:path h="800163" w="944398">
                <a:moveTo>
                  <a:pt x="0" y="0"/>
                </a:moveTo>
                <a:lnTo>
                  <a:pt x="944398" y="0"/>
                </a:lnTo>
                <a:lnTo>
                  <a:pt x="944398" y="800163"/>
                </a:lnTo>
                <a:lnTo>
                  <a:pt x="0" y="8001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89252" y="625764"/>
            <a:ext cx="5936906" cy="1300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39"/>
              </a:lnSpc>
            </a:pPr>
            <a:r>
              <a:rPr lang="en-US" b="true" sz="7242" spc="-52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29182" y="3449534"/>
            <a:ext cx="14829635" cy="1989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6405" spc="-467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are you being called to have faith on?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29182" y="6036068"/>
            <a:ext cx="14829635" cy="2951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22"/>
              </a:lnSpc>
            </a:pPr>
            <a:r>
              <a:rPr lang="en-US" sz="6405" spc="-467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What are you being called to surrender your trust/ faith to God on but have held on to so tightly?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351005"/>
            <a:ext cx="16554841" cy="3099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47"/>
              </a:lnSpc>
            </a:pPr>
            <a:r>
              <a:rPr lang="en-US" b="true" sz="17176" spc="-1253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GOD BLESS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058154" y="8196304"/>
            <a:ext cx="1604320" cy="1019825"/>
          </a:xfrm>
          <a:custGeom>
            <a:avLst/>
            <a:gdLst/>
            <a:ahLst/>
            <a:cxnLst/>
            <a:rect r="r" b="b" t="t" l="l"/>
            <a:pathLst>
              <a:path h="1019825" w="1604320">
                <a:moveTo>
                  <a:pt x="0" y="0"/>
                </a:moveTo>
                <a:lnTo>
                  <a:pt x="1604320" y="0"/>
                </a:lnTo>
                <a:lnTo>
                  <a:pt x="1604320" y="1019824"/>
                </a:lnTo>
                <a:lnTo>
                  <a:pt x="0" y="1019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75" t="-65683" r="-33836" b="-92958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704816" y="8070166"/>
            <a:ext cx="1293097" cy="129309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625526" y="7980265"/>
            <a:ext cx="1432629" cy="1451902"/>
          </a:xfrm>
          <a:custGeom>
            <a:avLst/>
            <a:gdLst/>
            <a:ahLst/>
            <a:cxnLst/>
            <a:rect r="r" b="b" t="t" l="l"/>
            <a:pathLst>
              <a:path h="1451902" w="1432629">
                <a:moveTo>
                  <a:pt x="0" y="0"/>
                </a:moveTo>
                <a:lnTo>
                  <a:pt x="1432628" y="0"/>
                </a:lnTo>
                <a:lnTo>
                  <a:pt x="1432628" y="1451902"/>
                </a:lnTo>
                <a:lnTo>
                  <a:pt x="0" y="14519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DAGnEhxDXJc</dc:identifier>
  <dcterms:modified xsi:type="dcterms:W3CDTF">2011-08-01T06:04:30Z</dcterms:modified>
  <cp:revision>1</cp:revision>
  <dc:title>Empowered by Faith</dc:title>
</cp:coreProperties>
</file>