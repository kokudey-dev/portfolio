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League Gothic" charset="1" panose="00000500000000000000"/>
      <p:regular r:id="rId37"/>
    </p:embeddedFont>
    <p:embeddedFont>
      <p:font typeface="Poppins" charset="1" panose="00000500000000000000"/>
      <p:regular r:id="rId38"/>
    </p:embeddedFont>
    <p:embeddedFont>
      <p:font typeface="Georgia Pro" charset="1" panose="02040502050405020303"/>
      <p:regular r:id="rId39"/>
    </p:embeddedFont>
    <p:embeddedFont>
      <p:font typeface="Poppins Semi-Bold" charset="1" panose="00000700000000000000"/>
      <p:regular r:id="rId40"/>
    </p:embeddedFont>
    <p:embeddedFont>
      <p:font typeface="Poppins Medium" charset="1" panose="00000600000000000000"/>
      <p:regular r:id="rId41"/>
    </p:embeddedFont>
    <p:embeddedFont>
      <p:font typeface="Poppins Bold" charset="1" panose="000008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2.jpe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886667" y="3409692"/>
            <a:ext cx="14514667" cy="4060541"/>
            <a:chOff x="0" y="0"/>
            <a:chExt cx="3822793" cy="1069443"/>
          </a:xfrm>
        </p:grpSpPr>
        <p:sp>
          <p:nvSpPr>
            <p:cNvPr name="Freeform 3" id="3"/>
            <p:cNvSpPr/>
            <p:nvPr/>
          </p:nvSpPr>
          <p:spPr>
            <a:xfrm flipH="false" flipV="false" rot="0">
              <a:off x="0" y="0"/>
              <a:ext cx="3822793" cy="1069443"/>
            </a:xfrm>
            <a:custGeom>
              <a:avLst/>
              <a:gdLst/>
              <a:ahLst/>
              <a:cxnLst/>
              <a:rect r="r" b="b" t="t" l="l"/>
              <a:pathLst>
                <a:path h="1069443" w="3822793">
                  <a:moveTo>
                    <a:pt x="27203" y="0"/>
                  </a:moveTo>
                  <a:lnTo>
                    <a:pt x="3795590" y="0"/>
                  </a:lnTo>
                  <a:cubicBezTo>
                    <a:pt x="3802805" y="0"/>
                    <a:pt x="3809724" y="2866"/>
                    <a:pt x="3814826" y="7967"/>
                  </a:cubicBezTo>
                  <a:cubicBezTo>
                    <a:pt x="3819927" y="13069"/>
                    <a:pt x="3822793" y="19988"/>
                    <a:pt x="3822793" y="27203"/>
                  </a:cubicBezTo>
                  <a:lnTo>
                    <a:pt x="3822793" y="1042240"/>
                  </a:lnTo>
                  <a:cubicBezTo>
                    <a:pt x="3822793" y="1049455"/>
                    <a:pt x="3819927" y="1056374"/>
                    <a:pt x="3814826" y="1061475"/>
                  </a:cubicBezTo>
                  <a:cubicBezTo>
                    <a:pt x="3809724" y="1066577"/>
                    <a:pt x="3802805" y="1069443"/>
                    <a:pt x="3795590" y="1069443"/>
                  </a:cubicBezTo>
                  <a:lnTo>
                    <a:pt x="27203" y="1069443"/>
                  </a:lnTo>
                  <a:cubicBezTo>
                    <a:pt x="12179" y="1069443"/>
                    <a:pt x="0" y="1057264"/>
                    <a:pt x="0" y="1042240"/>
                  </a:cubicBezTo>
                  <a:lnTo>
                    <a:pt x="0" y="27203"/>
                  </a:lnTo>
                  <a:cubicBezTo>
                    <a:pt x="0" y="12179"/>
                    <a:pt x="12179" y="0"/>
                    <a:pt x="27203" y="0"/>
                  </a:cubicBezTo>
                  <a:close/>
                </a:path>
              </a:pathLst>
            </a:custGeom>
            <a:ln w="38100" cap="rnd">
              <a:solidFill>
                <a:srgbClr val="EFD097">
                  <a:alpha val="85882"/>
                </a:srgbClr>
              </a:solidFill>
              <a:prstDash val="solid"/>
              <a:round/>
            </a:ln>
          </p:spPr>
        </p:sp>
        <p:sp>
          <p:nvSpPr>
            <p:cNvPr name="TextBox 4" id="4"/>
            <p:cNvSpPr txBox="true"/>
            <p:nvPr/>
          </p:nvSpPr>
          <p:spPr>
            <a:xfrm>
              <a:off x="0" y="-47625"/>
              <a:ext cx="3822793" cy="111706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155939" y="1028700"/>
            <a:ext cx="3531667" cy="35316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50419" y="0"/>
                  </a:moveTo>
                  <a:lnTo>
                    <a:pt x="762381" y="0"/>
                  </a:lnTo>
                  <a:cubicBezTo>
                    <a:pt x="790227" y="0"/>
                    <a:pt x="812800" y="22573"/>
                    <a:pt x="812800" y="50419"/>
                  </a:cubicBezTo>
                  <a:lnTo>
                    <a:pt x="812800" y="762381"/>
                  </a:lnTo>
                  <a:cubicBezTo>
                    <a:pt x="812800" y="790227"/>
                    <a:pt x="790227" y="812800"/>
                    <a:pt x="762381" y="812800"/>
                  </a:cubicBezTo>
                  <a:lnTo>
                    <a:pt x="50419" y="812800"/>
                  </a:lnTo>
                  <a:cubicBezTo>
                    <a:pt x="22573" y="812800"/>
                    <a:pt x="0" y="790227"/>
                    <a:pt x="0" y="762381"/>
                  </a:cubicBezTo>
                  <a:lnTo>
                    <a:pt x="0" y="50419"/>
                  </a:lnTo>
                  <a:cubicBezTo>
                    <a:pt x="0" y="22573"/>
                    <a:pt x="22573" y="0"/>
                    <a:pt x="50419" y="0"/>
                  </a:cubicBezTo>
                  <a:close/>
                </a:path>
              </a:pathLst>
            </a:custGeom>
            <a:blipFill>
              <a:blip r:embed="rId2"/>
              <a:stretch>
                <a:fillRect l="0" t="-25000" r="0" b="-25000"/>
              </a:stretch>
            </a:blipFill>
          </p:spPr>
        </p:sp>
      </p:grpSp>
      <p:grpSp>
        <p:nvGrpSpPr>
          <p:cNvPr name="Group 7" id="7"/>
          <p:cNvGrpSpPr/>
          <p:nvPr/>
        </p:nvGrpSpPr>
        <p:grpSpPr>
          <a:xfrm rot="0">
            <a:off x="7323656" y="1028700"/>
            <a:ext cx="3531667" cy="35316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50419" y="0"/>
                  </a:moveTo>
                  <a:lnTo>
                    <a:pt x="762381" y="0"/>
                  </a:lnTo>
                  <a:cubicBezTo>
                    <a:pt x="790227" y="0"/>
                    <a:pt x="812800" y="22573"/>
                    <a:pt x="812800" y="50419"/>
                  </a:cubicBezTo>
                  <a:lnTo>
                    <a:pt x="812800" y="762381"/>
                  </a:lnTo>
                  <a:cubicBezTo>
                    <a:pt x="812800" y="790227"/>
                    <a:pt x="790227" y="812800"/>
                    <a:pt x="762381" y="812800"/>
                  </a:cubicBezTo>
                  <a:lnTo>
                    <a:pt x="50419" y="812800"/>
                  </a:lnTo>
                  <a:cubicBezTo>
                    <a:pt x="22573" y="812800"/>
                    <a:pt x="0" y="790227"/>
                    <a:pt x="0" y="762381"/>
                  </a:cubicBezTo>
                  <a:lnTo>
                    <a:pt x="0" y="50419"/>
                  </a:lnTo>
                  <a:cubicBezTo>
                    <a:pt x="0" y="22573"/>
                    <a:pt x="22573" y="0"/>
                    <a:pt x="50419" y="0"/>
                  </a:cubicBezTo>
                  <a:close/>
                </a:path>
              </a:pathLst>
            </a:custGeom>
            <a:blipFill>
              <a:blip r:embed="rId3"/>
              <a:stretch>
                <a:fillRect l="-25000" t="0" r="-25000" b="0"/>
              </a:stretch>
            </a:blipFill>
          </p:spPr>
        </p:sp>
      </p:grpSp>
      <p:grpSp>
        <p:nvGrpSpPr>
          <p:cNvPr name="Group 9" id="9"/>
          <p:cNvGrpSpPr/>
          <p:nvPr/>
        </p:nvGrpSpPr>
        <p:grpSpPr>
          <a:xfrm rot="0">
            <a:off x="11491372" y="1028700"/>
            <a:ext cx="3531667" cy="35316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50419" y="0"/>
                  </a:moveTo>
                  <a:lnTo>
                    <a:pt x="762381" y="0"/>
                  </a:lnTo>
                  <a:cubicBezTo>
                    <a:pt x="790227" y="0"/>
                    <a:pt x="812800" y="22573"/>
                    <a:pt x="812800" y="50419"/>
                  </a:cubicBezTo>
                  <a:lnTo>
                    <a:pt x="812800" y="762381"/>
                  </a:lnTo>
                  <a:cubicBezTo>
                    <a:pt x="812800" y="790227"/>
                    <a:pt x="790227" y="812800"/>
                    <a:pt x="762381" y="812800"/>
                  </a:cubicBezTo>
                  <a:lnTo>
                    <a:pt x="50419" y="812800"/>
                  </a:lnTo>
                  <a:cubicBezTo>
                    <a:pt x="22573" y="812800"/>
                    <a:pt x="0" y="790227"/>
                    <a:pt x="0" y="762381"/>
                  </a:cubicBezTo>
                  <a:lnTo>
                    <a:pt x="0" y="50419"/>
                  </a:lnTo>
                  <a:cubicBezTo>
                    <a:pt x="0" y="22573"/>
                    <a:pt x="22573" y="0"/>
                    <a:pt x="50419" y="0"/>
                  </a:cubicBezTo>
                  <a:close/>
                </a:path>
              </a:pathLst>
            </a:custGeom>
            <a:blipFill>
              <a:blip r:embed="rId4"/>
              <a:stretch>
                <a:fillRect l="0" t="-16666" r="0" b="-16666"/>
              </a:stretch>
            </a:blipFill>
          </p:spPr>
        </p:sp>
      </p:grpSp>
      <p:grpSp>
        <p:nvGrpSpPr>
          <p:cNvPr name="Group 11" id="11"/>
          <p:cNvGrpSpPr/>
          <p:nvPr/>
        </p:nvGrpSpPr>
        <p:grpSpPr>
          <a:xfrm rot="0">
            <a:off x="6687606" y="1199670"/>
            <a:ext cx="636049" cy="3086100"/>
            <a:chOff x="0" y="0"/>
            <a:chExt cx="167519" cy="812800"/>
          </a:xfrm>
        </p:grpSpPr>
        <p:sp>
          <p:nvSpPr>
            <p:cNvPr name="Freeform 12" id="12"/>
            <p:cNvSpPr/>
            <p:nvPr/>
          </p:nvSpPr>
          <p:spPr>
            <a:xfrm flipH="false" flipV="false" rot="0">
              <a:off x="0" y="0"/>
              <a:ext cx="167519" cy="812800"/>
            </a:xfrm>
            <a:custGeom>
              <a:avLst/>
              <a:gdLst/>
              <a:ahLst/>
              <a:cxnLst/>
              <a:rect r="r" b="b" t="t" l="l"/>
              <a:pathLst>
                <a:path h="812800" w="167519">
                  <a:moveTo>
                    <a:pt x="0" y="0"/>
                  </a:moveTo>
                  <a:lnTo>
                    <a:pt x="167519" y="0"/>
                  </a:lnTo>
                  <a:lnTo>
                    <a:pt x="167519" y="812800"/>
                  </a:lnTo>
                  <a:lnTo>
                    <a:pt x="0" y="812800"/>
                  </a:lnTo>
                  <a:close/>
                </a:path>
              </a:pathLst>
            </a:custGeom>
            <a:solidFill>
              <a:srgbClr val="000000"/>
            </a:solidFill>
          </p:spPr>
        </p:sp>
        <p:sp>
          <p:nvSpPr>
            <p:cNvPr name="TextBox 13" id="13"/>
            <p:cNvSpPr txBox="true"/>
            <p:nvPr/>
          </p:nvSpPr>
          <p:spPr>
            <a:xfrm>
              <a:off x="0" y="-47625"/>
              <a:ext cx="167519" cy="860425"/>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555801" y="3885720"/>
            <a:ext cx="6588199" cy="3588619"/>
          </a:xfrm>
          <a:prstGeom prst="rect">
            <a:avLst/>
          </a:prstGeom>
        </p:spPr>
        <p:txBody>
          <a:bodyPr anchor="t" rtlCol="false" tIns="0" lIns="0" bIns="0" rIns="0">
            <a:spAutoFit/>
          </a:bodyPr>
          <a:lstStyle/>
          <a:p>
            <a:pPr algn="ctr">
              <a:lnSpc>
                <a:spcPts val="29368"/>
              </a:lnSpc>
            </a:pPr>
            <a:r>
              <a:rPr lang="en-US" sz="20977" spc="-1258">
                <a:solidFill>
                  <a:srgbClr val="FFFFFF"/>
                </a:solidFill>
                <a:latin typeface="League Gothic"/>
                <a:ea typeface="League Gothic"/>
                <a:cs typeface="League Gothic"/>
                <a:sym typeface="League Gothic"/>
              </a:rPr>
              <a:t>QUIET TIME,</a:t>
            </a:r>
          </a:p>
        </p:txBody>
      </p:sp>
      <p:sp>
        <p:nvSpPr>
          <p:cNvPr name="TextBox 15" id="15"/>
          <p:cNvSpPr txBox="true"/>
          <p:nvPr/>
        </p:nvSpPr>
        <p:spPr>
          <a:xfrm rot="0">
            <a:off x="9529833" y="3885720"/>
            <a:ext cx="5652543" cy="3584513"/>
          </a:xfrm>
          <a:prstGeom prst="rect">
            <a:avLst/>
          </a:prstGeom>
        </p:spPr>
        <p:txBody>
          <a:bodyPr anchor="t" rtlCol="false" tIns="0" lIns="0" bIns="0" rIns="0">
            <a:spAutoFit/>
          </a:bodyPr>
          <a:lstStyle/>
          <a:p>
            <a:pPr algn="ctr">
              <a:lnSpc>
                <a:spcPts val="29364"/>
              </a:lnSpc>
            </a:pPr>
            <a:r>
              <a:rPr lang="en-US" sz="20974" spc="-1258">
                <a:solidFill>
                  <a:srgbClr val="EFD097"/>
                </a:solidFill>
                <a:latin typeface="League Gothic"/>
                <a:ea typeface="League Gothic"/>
                <a:cs typeface="League Gothic"/>
                <a:sym typeface="League Gothic"/>
              </a:rPr>
              <a:t>MY HABIT</a:t>
            </a:r>
          </a:p>
        </p:txBody>
      </p:sp>
      <p:sp>
        <p:nvSpPr>
          <p:cNvPr name="TextBox 16" id="16"/>
          <p:cNvSpPr txBox="true"/>
          <p:nvPr/>
        </p:nvSpPr>
        <p:spPr>
          <a:xfrm rot="0">
            <a:off x="3616333" y="7422013"/>
            <a:ext cx="10772447" cy="836538"/>
          </a:xfrm>
          <a:prstGeom prst="rect">
            <a:avLst/>
          </a:prstGeom>
        </p:spPr>
        <p:txBody>
          <a:bodyPr anchor="t" rtlCol="false" tIns="0" lIns="0" bIns="0" rIns="0">
            <a:spAutoFit/>
          </a:bodyPr>
          <a:lstStyle/>
          <a:p>
            <a:pPr algn="ctr">
              <a:lnSpc>
                <a:spcPts val="6533"/>
              </a:lnSpc>
            </a:pPr>
            <a:r>
              <a:rPr lang="en-US" sz="4667">
                <a:solidFill>
                  <a:srgbClr val="FFFFFF"/>
                </a:solidFill>
                <a:latin typeface="Poppins"/>
                <a:ea typeface="Poppins"/>
                <a:cs typeface="Poppins"/>
                <a:sym typeface="Poppins"/>
              </a:rPr>
              <a:t> A Pattern of Daily Devotion &amp; Prayer</a:t>
            </a:r>
          </a:p>
        </p:txBody>
      </p:sp>
      <p:sp>
        <p:nvSpPr>
          <p:cNvPr name="TextBox 17" id="17"/>
          <p:cNvSpPr txBox="true"/>
          <p:nvPr/>
        </p:nvSpPr>
        <p:spPr>
          <a:xfrm rot="0">
            <a:off x="6405822" y="8249026"/>
            <a:ext cx="5367335" cy="606152"/>
          </a:xfrm>
          <a:prstGeom prst="rect">
            <a:avLst/>
          </a:prstGeom>
        </p:spPr>
        <p:txBody>
          <a:bodyPr anchor="t" rtlCol="false" tIns="0" lIns="0" bIns="0" rIns="0">
            <a:spAutoFit/>
          </a:bodyPr>
          <a:lstStyle/>
          <a:p>
            <a:pPr algn="ctr">
              <a:lnSpc>
                <a:spcPts val="4915"/>
              </a:lnSpc>
            </a:pPr>
            <a:r>
              <a:rPr lang="en-US" sz="3510">
                <a:solidFill>
                  <a:srgbClr val="6CE5E8"/>
                </a:solidFill>
                <a:latin typeface="Georgia Pro"/>
                <a:ea typeface="Georgia Pro"/>
                <a:cs typeface="Georgia Pro"/>
                <a:sym typeface="Georgia Pro"/>
              </a:rPr>
              <a:t>By Pastor Emmanuel Ofoe</a:t>
            </a:r>
          </a:p>
        </p:txBody>
      </p:sp>
      <p:grpSp>
        <p:nvGrpSpPr>
          <p:cNvPr name="Group 18" id="18"/>
          <p:cNvGrpSpPr/>
          <p:nvPr/>
        </p:nvGrpSpPr>
        <p:grpSpPr>
          <a:xfrm rot="0">
            <a:off x="10855323" y="1251484"/>
            <a:ext cx="636049" cy="3086100"/>
            <a:chOff x="0" y="0"/>
            <a:chExt cx="167519" cy="812800"/>
          </a:xfrm>
        </p:grpSpPr>
        <p:sp>
          <p:nvSpPr>
            <p:cNvPr name="Freeform 19" id="19"/>
            <p:cNvSpPr/>
            <p:nvPr/>
          </p:nvSpPr>
          <p:spPr>
            <a:xfrm flipH="false" flipV="false" rot="0">
              <a:off x="0" y="0"/>
              <a:ext cx="167519" cy="812800"/>
            </a:xfrm>
            <a:custGeom>
              <a:avLst/>
              <a:gdLst/>
              <a:ahLst/>
              <a:cxnLst/>
              <a:rect r="r" b="b" t="t" l="l"/>
              <a:pathLst>
                <a:path h="812800" w="167519">
                  <a:moveTo>
                    <a:pt x="0" y="0"/>
                  </a:moveTo>
                  <a:lnTo>
                    <a:pt x="167519" y="0"/>
                  </a:lnTo>
                  <a:lnTo>
                    <a:pt x="167519" y="812800"/>
                  </a:lnTo>
                  <a:lnTo>
                    <a:pt x="0" y="812800"/>
                  </a:lnTo>
                  <a:close/>
                </a:path>
              </a:pathLst>
            </a:custGeom>
            <a:solidFill>
              <a:srgbClr val="000000"/>
            </a:solidFill>
          </p:spPr>
        </p:sp>
        <p:sp>
          <p:nvSpPr>
            <p:cNvPr name="TextBox 20" id="20"/>
            <p:cNvSpPr txBox="true"/>
            <p:nvPr/>
          </p:nvSpPr>
          <p:spPr>
            <a:xfrm>
              <a:off x="0" y="-47625"/>
              <a:ext cx="167519" cy="860425"/>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15607629" y="8529025"/>
            <a:ext cx="2260913" cy="1458549"/>
          </a:xfrm>
          <a:custGeom>
            <a:avLst/>
            <a:gdLst/>
            <a:ahLst/>
            <a:cxnLst/>
            <a:rect r="r" b="b" t="t" l="l"/>
            <a:pathLst>
              <a:path h="1458549" w="2260913">
                <a:moveTo>
                  <a:pt x="0" y="0"/>
                </a:moveTo>
                <a:lnTo>
                  <a:pt x="2260914" y="0"/>
                </a:lnTo>
                <a:lnTo>
                  <a:pt x="2260914" y="1458550"/>
                </a:lnTo>
                <a:lnTo>
                  <a:pt x="0" y="1458550"/>
                </a:lnTo>
                <a:lnTo>
                  <a:pt x="0" y="0"/>
                </a:lnTo>
                <a:close/>
              </a:path>
            </a:pathLst>
          </a:custGeom>
          <a:blipFill>
            <a:blip r:embed="rId5"/>
            <a:stretch>
              <a:fillRect l="-28344" t="-60257" r="-34238" b="-91763"/>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4" r="0" b="-74"/>
            </a:stretch>
          </a:blipFill>
        </p:spPr>
      </p:sp>
      <p:sp>
        <p:nvSpPr>
          <p:cNvPr name="Freeform 3" id="3"/>
          <p:cNvSpPr/>
          <p:nvPr/>
        </p:nvSpPr>
        <p:spPr>
          <a:xfrm flipH="false" flipV="false" rot="0">
            <a:off x="15894439" y="8708084"/>
            <a:ext cx="1705793" cy="1100432"/>
          </a:xfrm>
          <a:custGeom>
            <a:avLst/>
            <a:gdLst/>
            <a:ahLst/>
            <a:cxnLst/>
            <a:rect r="r" b="b" t="t" l="l"/>
            <a:pathLst>
              <a:path h="1100432" w="1705793">
                <a:moveTo>
                  <a:pt x="0" y="0"/>
                </a:moveTo>
                <a:lnTo>
                  <a:pt x="1705793" y="0"/>
                </a:lnTo>
                <a:lnTo>
                  <a:pt x="1705793" y="1100432"/>
                </a:lnTo>
                <a:lnTo>
                  <a:pt x="0" y="1100432"/>
                </a:lnTo>
                <a:lnTo>
                  <a:pt x="0" y="0"/>
                </a:lnTo>
                <a:close/>
              </a:path>
            </a:pathLst>
          </a:custGeom>
          <a:blipFill>
            <a:blip r:embed="rId3"/>
            <a:stretch>
              <a:fillRect l="-28344" t="-60257" r="-34238" b="-91763"/>
            </a:stretch>
          </a:blipFill>
        </p:spPr>
      </p:sp>
      <p:sp>
        <p:nvSpPr>
          <p:cNvPr name="TextBox 4" id="4"/>
          <p:cNvSpPr txBox="true"/>
          <p:nvPr/>
        </p:nvSpPr>
        <p:spPr>
          <a:xfrm rot="0">
            <a:off x="975300" y="1770961"/>
            <a:ext cx="16624932" cy="6561576"/>
          </a:xfrm>
          <a:prstGeom prst="rect">
            <a:avLst/>
          </a:prstGeom>
        </p:spPr>
        <p:txBody>
          <a:bodyPr anchor="t" rtlCol="false" tIns="0" lIns="0" bIns="0" rIns="0">
            <a:spAutoFit/>
          </a:bodyPr>
          <a:lstStyle/>
          <a:p>
            <a:pPr algn="ctr">
              <a:lnSpc>
                <a:spcPts val="10219"/>
              </a:lnSpc>
            </a:pPr>
            <a:r>
              <a:rPr lang="en-US" b="true" sz="8516" spc="51">
                <a:solidFill>
                  <a:srgbClr val="FFFFFF"/>
                </a:solidFill>
                <a:latin typeface="Poppins Semi-Bold"/>
                <a:ea typeface="Poppins Semi-Bold"/>
                <a:cs typeface="Poppins Semi-Bold"/>
                <a:sym typeface="Poppins Semi-Bold"/>
              </a:rPr>
              <a:t>It is the Spirit who gives life; the flesh profits nothing. The words that I speak to you are spirit, and they are life. </a:t>
            </a:r>
          </a:p>
          <a:p>
            <a:pPr algn="ctr">
              <a:lnSpc>
                <a:spcPts val="10219"/>
              </a:lnSpc>
            </a:pPr>
            <a:r>
              <a:rPr lang="en-US" b="true" sz="8516" spc="51">
                <a:solidFill>
                  <a:srgbClr val="EFD097"/>
                </a:solidFill>
                <a:latin typeface="Poppins Semi-Bold"/>
                <a:ea typeface="Poppins Semi-Bold"/>
                <a:cs typeface="Poppins Semi-Bold"/>
                <a:sym typeface="Poppins Semi-Bold"/>
              </a:rPr>
              <a:t>John 6:63(NKJV)</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4" r="0" b="-74"/>
            </a:stretch>
          </a:blipFill>
        </p:spPr>
      </p:sp>
      <p:sp>
        <p:nvSpPr>
          <p:cNvPr name="Freeform 3" id="3"/>
          <p:cNvSpPr/>
          <p:nvPr/>
        </p:nvSpPr>
        <p:spPr>
          <a:xfrm flipH="false" flipV="false" rot="0">
            <a:off x="16003461" y="8712915"/>
            <a:ext cx="1690815" cy="1090770"/>
          </a:xfrm>
          <a:custGeom>
            <a:avLst/>
            <a:gdLst/>
            <a:ahLst/>
            <a:cxnLst/>
            <a:rect r="r" b="b" t="t" l="l"/>
            <a:pathLst>
              <a:path h="1090770" w="1690815">
                <a:moveTo>
                  <a:pt x="0" y="0"/>
                </a:moveTo>
                <a:lnTo>
                  <a:pt x="1690815" y="0"/>
                </a:lnTo>
                <a:lnTo>
                  <a:pt x="1690815" y="1090770"/>
                </a:lnTo>
                <a:lnTo>
                  <a:pt x="0" y="1090770"/>
                </a:lnTo>
                <a:lnTo>
                  <a:pt x="0" y="0"/>
                </a:lnTo>
                <a:close/>
              </a:path>
            </a:pathLst>
          </a:custGeom>
          <a:blipFill>
            <a:blip r:embed="rId3"/>
            <a:stretch>
              <a:fillRect l="-28344" t="-60257" r="-34238" b="-91763"/>
            </a:stretch>
          </a:blipFill>
        </p:spPr>
      </p:sp>
      <p:sp>
        <p:nvSpPr>
          <p:cNvPr name="TextBox 4" id="4"/>
          <p:cNvSpPr txBox="true"/>
          <p:nvPr/>
        </p:nvSpPr>
        <p:spPr>
          <a:xfrm rot="0">
            <a:off x="1415404" y="3326389"/>
            <a:ext cx="15843896" cy="4129732"/>
          </a:xfrm>
          <a:prstGeom prst="rect">
            <a:avLst/>
          </a:prstGeom>
        </p:spPr>
        <p:txBody>
          <a:bodyPr anchor="t" rtlCol="false" tIns="0" lIns="0" bIns="0" rIns="0">
            <a:spAutoFit/>
          </a:bodyPr>
          <a:lstStyle/>
          <a:p>
            <a:pPr algn="ctr">
              <a:lnSpc>
                <a:spcPts val="10441"/>
              </a:lnSpc>
            </a:pPr>
            <a:r>
              <a:rPr lang="en-US" b="true" sz="10236" spc="-696">
                <a:solidFill>
                  <a:srgbClr val="FFFFFF"/>
                </a:solidFill>
                <a:latin typeface="Poppins Semi-Bold"/>
                <a:ea typeface="Poppins Semi-Bold"/>
                <a:cs typeface="Poppins Semi-Bold"/>
                <a:sym typeface="Poppins Semi-Bold"/>
              </a:rPr>
              <a:t>But Jesus often withdrew to lonely places and prayed. </a:t>
            </a:r>
          </a:p>
          <a:p>
            <a:pPr algn="ctr">
              <a:lnSpc>
                <a:spcPts val="10441"/>
              </a:lnSpc>
            </a:pPr>
            <a:r>
              <a:rPr lang="en-US" b="true" sz="10236" spc="-696">
                <a:solidFill>
                  <a:srgbClr val="EFD097"/>
                </a:solidFill>
                <a:latin typeface="Poppins Semi-Bold"/>
                <a:ea typeface="Poppins Semi-Bold"/>
                <a:cs typeface="Poppins Semi-Bold"/>
                <a:sym typeface="Poppins Semi-Bold"/>
              </a:rPr>
              <a:t>Luke 5:16(NIV)</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4" r="0" b="-74"/>
            </a:stretch>
          </a:blipFill>
        </p:spPr>
      </p:sp>
      <p:sp>
        <p:nvSpPr>
          <p:cNvPr name="Freeform 3" id="3"/>
          <p:cNvSpPr/>
          <p:nvPr/>
        </p:nvSpPr>
        <p:spPr>
          <a:xfrm flipH="false" flipV="false" rot="0">
            <a:off x="15785417" y="8637062"/>
            <a:ext cx="1925977" cy="1242476"/>
          </a:xfrm>
          <a:custGeom>
            <a:avLst/>
            <a:gdLst/>
            <a:ahLst/>
            <a:cxnLst/>
            <a:rect r="r" b="b" t="t" l="l"/>
            <a:pathLst>
              <a:path h="1242476" w="1925977">
                <a:moveTo>
                  <a:pt x="0" y="0"/>
                </a:moveTo>
                <a:lnTo>
                  <a:pt x="1925977" y="0"/>
                </a:lnTo>
                <a:lnTo>
                  <a:pt x="1925977" y="1242476"/>
                </a:lnTo>
                <a:lnTo>
                  <a:pt x="0" y="1242476"/>
                </a:lnTo>
                <a:lnTo>
                  <a:pt x="0" y="0"/>
                </a:lnTo>
                <a:close/>
              </a:path>
            </a:pathLst>
          </a:custGeom>
          <a:blipFill>
            <a:blip r:embed="rId3"/>
            <a:stretch>
              <a:fillRect l="-28344" t="-60257" r="-34238" b="-91763"/>
            </a:stretch>
          </a:blipFill>
        </p:spPr>
      </p:sp>
      <p:sp>
        <p:nvSpPr>
          <p:cNvPr name="TextBox 4" id="4"/>
          <p:cNvSpPr txBox="true"/>
          <p:nvPr/>
        </p:nvSpPr>
        <p:spPr>
          <a:xfrm rot="0">
            <a:off x="875702" y="1835363"/>
            <a:ext cx="16536596" cy="6654374"/>
          </a:xfrm>
          <a:prstGeom prst="rect">
            <a:avLst/>
          </a:prstGeom>
        </p:spPr>
        <p:txBody>
          <a:bodyPr anchor="t" rtlCol="false" tIns="0" lIns="0" bIns="0" rIns="0">
            <a:spAutoFit/>
          </a:bodyPr>
          <a:lstStyle/>
          <a:p>
            <a:pPr algn="ctr">
              <a:lnSpc>
                <a:spcPts val="8586"/>
              </a:lnSpc>
            </a:pPr>
            <a:r>
              <a:rPr lang="en-US" sz="8177" b="true">
                <a:solidFill>
                  <a:srgbClr val="FFFFFF"/>
                </a:solidFill>
                <a:latin typeface="Poppins Semi-Bold"/>
                <a:ea typeface="Poppins Semi-Bold"/>
                <a:cs typeface="Poppins Semi-Bold"/>
                <a:sym typeface="Poppins Semi-Bold"/>
              </a:rPr>
              <a:t>Very early in the morning, while it was still dark, Jesus got up, left the house and went off to a solitary place, where he prayed. </a:t>
            </a:r>
          </a:p>
          <a:p>
            <a:pPr algn="ctr">
              <a:lnSpc>
                <a:spcPts val="8586"/>
              </a:lnSpc>
            </a:pPr>
            <a:r>
              <a:rPr lang="en-US" b="true" sz="8177">
                <a:solidFill>
                  <a:srgbClr val="EFD097"/>
                </a:solidFill>
                <a:latin typeface="Poppins Semi-Bold"/>
                <a:ea typeface="Poppins Semi-Bold"/>
                <a:cs typeface="Poppins Semi-Bold"/>
                <a:sym typeface="Poppins Semi-Bold"/>
              </a:rPr>
              <a:t>Mark 1:35(NIV)</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TextBox 3" id="3"/>
          <p:cNvSpPr txBox="true"/>
          <p:nvPr/>
        </p:nvSpPr>
        <p:spPr>
          <a:xfrm rot="0">
            <a:off x="4106948" y="771525"/>
            <a:ext cx="10074105" cy="2201558"/>
          </a:xfrm>
          <a:prstGeom prst="rect">
            <a:avLst/>
          </a:prstGeom>
        </p:spPr>
        <p:txBody>
          <a:bodyPr anchor="t" rtlCol="false" tIns="0" lIns="0" bIns="0" rIns="0">
            <a:spAutoFit/>
          </a:bodyPr>
          <a:lstStyle/>
          <a:p>
            <a:pPr algn="ctr">
              <a:lnSpc>
                <a:spcPts val="18100"/>
              </a:lnSpc>
            </a:pPr>
            <a:r>
              <a:rPr lang="en-US" sz="12929">
                <a:solidFill>
                  <a:srgbClr val="EFD097"/>
                </a:solidFill>
                <a:latin typeface="League Gothic"/>
                <a:ea typeface="League Gothic"/>
                <a:cs typeface="League Gothic"/>
                <a:sym typeface="League Gothic"/>
              </a:rPr>
              <a:t>WHAT IS QUIET TIME?</a:t>
            </a:r>
          </a:p>
        </p:txBody>
      </p:sp>
      <p:sp>
        <p:nvSpPr>
          <p:cNvPr name="TextBox 4" id="4"/>
          <p:cNvSpPr txBox="true"/>
          <p:nvPr/>
        </p:nvSpPr>
        <p:spPr>
          <a:xfrm rot="0">
            <a:off x="1381966" y="5628971"/>
            <a:ext cx="15340788" cy="2509105"/>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It’s a consistent, quality, personal time with your LORD.</a:t>
            </a:r>
          </a:p>
        </p:txBody>
      </p:sp>
      <p:grpSp>
        <p:nvGrpSpPr>
          <p:cNvPr name="Group 5" id="5"/>
          <p:cNvGrpSpPr/>
          <p:nvPr/>
        </p:nvGrpSpPr>
        <p:grpSpPr>
          <a:xfrm rot="0">
            <a:off x="8368191" y="4129907"/>
            <a:ext cx="1413339" cy="141333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8611884" y="4215632"/>
            <a:ext cx="949933" cy="1337061"/>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1</a:t>
            </a:r>
          </a:p>
        </p:txBody>
      </p:sp>
      <p:sp>
        <p:nvSpPr>
          <p:cNvPr name="Freeform 9" id="9"/>
          <p:cNvSpPr/>
          <p:nvPr/>
        </p:nvSpPr>
        <p:spPr>
          <a:xfrm flipH="false" flipV="false" rot="0">
            <a:off x="15780044" y="8650144"/>
            <a:ext cx="1885420" cy="1216313"/>
          </a:xfrm>
          <a:custGeom>
            <a:avLst/>
            <a:gdLst/>
            <a:ahLst/>
            <a:cxnLst/>
            <a:rect r="r" b="b" t="t" l="l"/>
            <a:pathLst>
              <a:path h="1216313" w="1885420">
                <a:moveTo>
                  <a:pt x="0" y="0"/>
                </a:moveTo>
                <a:lnTo>
                  <a:pt x="1885420" y="0"/>
                </a:lnTo>
                <a:lnTo>
                  <a:pt x="1885420" y="1216312"/>
                </a:lnTo>
                <a:lnTo>
                  <a:pt x="0" y="1216312"/>
                </a:lnTo>
                <a:lnTo>
                  <a:pt x="0" y="0"/>
                </a:lnTo>
                <a:close/>
              </a:path>
            </a:pathLst>
          </a:custGeom>
          <a:blipFill>
            <a:blip r:embed="rId3"/>
            <a:stretch>
              <a:fillRect l="-28344" t="-60257" r="-34238" b="-91763"/>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707982" y="8650144"/>
            <a:ext cx="1885420" cy="1216313"/>
          </a:xfrm>
          <a:custGeom>
            <a:avLst/>
            <a:gdLst/>
            <a:ahLst/>
            <a:cxnLst/>
            <a:rect r="r" b="b" t="t" l="l"/>
            <a:pathLst>
              <a:path h="1216313" w="1885420">
                <a:moveTo>
                  <a:pt x="0" y="0"/>
                </a:moveTo>
                <a:lnTo>
                  <a:pt x="1885421" y="0"/>
                </a:lnTo>
                <a:lnTo>
                  <a:pt x="1885421" y="1216312"/>
                </a:lnTo>
                <a:lnTo>
                  <a:pt x="0" y="1216312"/>
                </a:lnTo>
                <a:lnTo>
                  <a:pt x="0" y="0"/>
                </a:lnTo>
                <a:close/>
              </a:path>
            </a:pathLst>
          </a:custGeom>
          <a:blipFill>
            <a:blip r:embed="rId3"/>
            <a:stretch>
              <a:fillRect l="-28344" t="-60257" r="-34238" b="-91763"/>
            </a:stretch>
          </a:blipFill>
        </p:spPr>
      </p:sp>
      <p:sp>
        <p:nvSpPr>
          <p:cNvPr name="TextBox 4" id="4"/>
          <p:cNvSpPr txBox="true"/>
          <p:nvPr/>
        </p:nvSpPr>
        <p:spPr>
          <a:xfrm rot="0">
            <a:off x="4361726" y="790575"/>
            <a:ext cx="9564548" cy="2084159"/>
          </a:xfrm>
          <a:prstGeom prst="rect">
            <a:avLst/>
          </a:prstGeom>
        </p:spPr>
        <p:txBody>
          <a:bodyPr anchor="t" rtlCol="false" tIns="0" lIns="0" bIns="0" rIns="0">
            <a:spAutoFit/>
          </a:bodyPr>
          <a:lstStyle/>
          <a:p>
            <a:pPr algn="ctr">
              <a:lnSpc>
                <a:spcPts val="17185"/>
              </a:lnSpc>
            </a:pPr>
            <a:r>
              <a:rPr lang="en-US" sz="12275">
                <a:solidFill>
                  <a:srgbClr val="EFD097"/>
                </a:solidFill>
                <a:latin typeface="League Gothic"/>
                <a:ea typeface="League Gothic"/>
                <a:cs typeface="League Gothic"/>
                <a:sym typeface="League Gothic"/>
              </a:rPr>
              <a:t>WHAT IS QUIET TIME?</a:t>
            </a:r>
          </a:p>
        </p:txBody>
      </p:sp>
      <p:sp>
        <p:nvSpPr>
          <p:cNvPr name="TextBox 5" id="5"/>
          <p:cNvSpPr txBox="true"/>
          <p:nvPr/>
        </p:nvSpPr>
        <p:spPr>
          <a:xfrm rot="0">
            <a:off x="1353067" y="5060114"/>
            <a:ext cx="15581866" cy="2197487"/>
          </a:xfrm>
          <a:prstGeom prst="rect">
            <a:avLst/>
          </a:prstGeom>
        </p:spPr>
        <p:txBody>
          <a:bodyPr anchor="t" rtlCol="false" tIns="0" lIns="0" bIns="0" rIns="0">
            <a:spAutoFit/>
          </a:bodyPr>
          <a:lstStyle/>
          <a:p>
            <a:pPr algn="ctr">
              <a:lnSpc>
                <a:spcPts val="8224"/>
              </a:lnSpc>
            </a:pPr>
            <a:r>
              <a:rPr lang="en-US" b="true" sz="8307" spc="-747">
                <a:solidFill>
                  <a:srgbClr val="FFFFFF"/>
                </a:solidFill>
                <a:latin typeface="Poppins Semi-Bold"/>
                <a:ea typeface="Poppins Semi-Bold"/>
                <a:cs typeface="Poppins Semi-Bold"/>
                <a:sym typeface="Poppins Semi-Bold"/>
              </a:rPr>
              <a:t>It is a daily appointment that you keep with God.</a:t>
            </a:r>
          </a:p>
        </p:txBody>
      </p:sp>
      <p:grpSp>
        <p:nvGrpSpPr>
          <p:cNvPr name="Group 6" id="6"/>
          <p:cNvGrpSpPr/>
          <p:nvPr/>
        </p:nvGrpSpPr>
        <p:grpSpPr>
          <a:xfrm rot="0">
            <a:off x="8437330" y="3542078"/>
            <a:ext cx="1413339" cy="141333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681023" y="3627803"/>
            <a:ext cx="949933" cy="1337061"/>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963948" y="8631903"/>
            <a:ext cx="1941970" cy="1252794"/>
          </a:xfrm>
          <a:custGeom>
            <a:avLst/>
            <a:gdLst/>
            <a:ahLst/>
            <a:cxnLst/>
            <a:rect r="r" b="b" t="t" l="l"/>
            <a:pathLst>
              <a:path h="1252794" w="1941970">
                <a:moveTo>
                  <a:pt x="0" y="0"/>
                </a:moveTo>
                <a:lnTo>
                  <a:pt x="1941970" y="0"/>
                </a:lnTo>
                <a:lnTo>
                  <a:pt x="1941970" y="1252794"/>
                </a:lnTo>
                <a:lnTo>
                  <a:pt x="0" y="1252794"/>
                </a:lnTo>
                <a:lnTo>
                  <a:pt x="0" y="0"/>
                </a:lnTo>
                <a:close/>
              </a:path>
            </a:pathLst>
          </a:custGeom>
          <a:blipFill>
            <a:blip r:embed="rId3"/>
            <a:stretch>
              <a:fillRect l="-28344" t="-60257" r="-34238" b="-91763"/>
            </a:stretch>
          </a:blipFill>
        </p:spPr>
      </p:sp>
      <p:sp>
        <p:nvSpPr>
          <p:cNvPr name="TextBox 4" id="4"/>
          <p:cNvSpPr txBox="true"/>
          <p:nvPr/>
        </p:nvSpPr>
        <p:spPr>
          <a:xfrm rot="0">
            <a:off x="4361726" y="790575"/>
            <a:ext cx="9564548" cy="2084159"/>
          </a:xfrm>
          <a:prstGeom prst="rect">
            <a:avLst/>
          </a:prstGeom>
        </p:spPr>
        <p:txBody>
          <a:bodyPr anchor="t" rtlCol="false" tIns="0" lIns="0" bIns="0" rIns="0">
            <a:spAutoFit/>
          </a:bodyPr>
          <a:lstStyle/>
          <a:p>
            <a:pPr algn="ctr">
              <a:lnSpc>
                <a:spcPts val="17185"/>
              </a:lnSpc>
            </a:pPr>
            <a:r>
              <a:rPr lang="en-US" sz="12275">
                <a:solidFill>
                  <a:srgbClr val="EFD097"/>
                </a:solidFill>
                <a:latin typeface="League Gothic"/>
                <a:ea typeface="League Gothic"/>
                <a:cs typeface="League Gothic"/>
                <a:sym typeface="League Gothic"/>
              </a:rPr>
              <a:t>WHAT IS QUIET TIME?</a:t>
            </a:r>
          </a:p>
        </p:txBody>
      </p:sp>
      <p:sp>
        <p:nvSpPr>
          <p:cNvPr name="TextBox 5" id="5"/>
          <p:cNvSpPr txBox="true"/>
          <p:nvPr/>
        </p:nvSpPr>
        <p:spPr>
          <a:xfrm rot="0">
            <a:off x="1353067" y="5060114"/>
            <a:ext cx="15581866" cy="2197487"/>
          </a:xfrm>
          <a:prstGeom prst="rect">
            <a:avLst/>
          </a:prstGeom>
        </p:spPr>
        <p:txBody>
          <a:bodyPr anchor="t" rtlCol="false" tIns="0" lIns="0" bIns="0" rIns="0">
            <a:spAutoFit/>
          </a:bodyPr>
          <a:lstStyle/>
          <a:p>
            <a:pPr algn="ctr">
              <a:lnSpc>
                <a:spcPts val="8224"/>
              </a:lnSpc>
            </a:pPr>
            <a:r>
              <a:rPr lang="en-US" b="true" sz="8307" spc="-747">
                <a:solidFill>
                  <a:srgbClr val="FFFFFF"/>
                </a:solidFill>
                <a:latin typeface="Poppins Semi-Bold"/>
                <a:ea typeface="Poppins Semi-Bold"/>
                <a:cs typeface="Poppins Semi-Bold"/>
                <a:sym typeface="Poppins Semi-Bold"/>
              </a:rPr>
              <a:t>It is a one-on-one, heart-to-heart time with your LORD.</a:t>
            </a:r>
          </a:p>
        </p:txBody>
      </p:sp>
      <p:grpSp>
        <p:nvGrpSpPr>
          <p:cNvPr name="Group 6" id="6"/>
          <p:cNvGrpSpPr/>
          <p:nvPr/>
        </p:nvGrpSpPr>
        <p:grpSpPr>
          <a:xfrm rot="0">
            <a:off x="8437330" y="3542078"/>
            <a:ext cx="1413339" cy="141333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681023" y="3627803"/>
            <a:ext cx="949933" cy="1337061"/>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4338201" y="781050"/>
            <a:ext cx="10096841" cy="2196421"/>
          </a:xfrm>
          <a:prstGeom prst="rect">
            <a:avLst/>
          </a:prstGeom>
        </p:spPr>
        <p:txBody>
          <a:bodyPr anchor="t" rtlCol="false" tIns="0" lIns="0" bIns="0" rIns="0">
            <a:spAutoFit/>
          </a:bodyPr>
          <a:lstStyle/>
          <a:p>
            <a:pPr algn="ctr">
              <a:lnSpc>
                <a:spcPts val="18141"/>
              </a:lnSpc>
            </a:pPr>
            <a:r>
              <a:rPr lang="en-US" sz="12958">
                <a:solidFill>
                  <a:srgbClr val="EFD097"/>
                </a:solidFill>
                <a:latin typeface="League Gothic"/>
                <a:ea typeface="League Gothic"/>
                <a:cs typeface="League Gothic"/>
                <a:sym typeface="League Gothic"/>
              </a:rPr>
              <a:t>WHAT IS QUIET TIME?</a:t>
            </a:r>
          </a:p>
        </p:txBody>
      </p:sp>
      <p:sp>
        <p:nvSpPr>
          <p:cNvPr name="TextBox 5" id="5"/>
          <p:cNvSpPr txBox="true"/>
          <p:nvPr/>
        </p:nvSpPr>
        <p:spPr>
          <a:xfrm rot="0">
            <a:off x="1595688" y="5238750"/>
            <a:ext cx="15581866" cy="4268673"/>
          </a:xfrm>
          <a:prstGeom prst="rect">
            <a:avLst/>
          </a:prstGeom>
        </p:spPr>
        <p:txBody>
          <a:bodyPr anchor="t" rtlCol="false" tIns="0" lIns="0" bIns="0" rIns="0">
            <a:spAutoFit/>
          </a:bodyPr>
          <a:lstStyle/>
          <a:p>
            <a:pPr algn="ctr">
              <a:lnSpc>
                <a:spcPts val="8224"/>
              </a:lnSpc>
            </a:pPr>
            <a:r>
              <a:rPr lang="en-US" b="true" sz="8307" spc="-747">
                <a:solidFill>
                  <a:srgbClr val="FFFFFF"/>
                </a:solidFill>
                <a:latin typeface="Poppins Semi-Bold"/>
                <a:ea typeface="Poppins Semi-Bold"/>
                <a:cs typeface="Poppins Semi-Bold"/>
                <a:sym typeface="Poppins Semi-Bold"/>
              </a:rPr>
              <a:t>It is your private time of prayer, meditation, contemplation, worship of God &amp; a study of the Bible.</a:t>
            </a:r>
          </a:p>
        </p:txBody>
      </p:sp>
      <p:grpSp>
        <p:nvGrpSpPr>
          <p:cNvPr name="Group 6" id="6"/>
          <p:cNvGrpSpPr/>
          <p:nvPr/>
        </p:nvGrpSpPr>
        <p:grpSpPr>
          <a:xfrm rot="0">
            <a:off x="8437330" y="3446828"/>
            <a:ext cx="1413339" cy="141333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649984" y="3532553"/>
            <a:ext cx="949933" cy="1337061"/>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4338201" y="781050"/>
            <a:ext cx="10096841" cy="2196421"/>
          </a:xfrm>
          <a:prstGeom prst="rect">
            <a:avLst/>
          </a:prstGeom>
        </p:spPr>
        <p:txBody>
          <a:bodyPr anchor="t" rtlCol="false" tIns="0" lIns="0" bIns="0" rIns="0">
            <a:spAutoFit/>
          </a:bodyPr>
          <a:lstStyle/>
          <a:p>
            <a:pPr algn="ctr">
              <a:lnSpc>
                <a:spcPts val="18141"/>
              </a:lnSpc>
            </a:pPr>
            <a:r>
              <a:rPr lang="en-US" sz="12958">
                <a:solidFill>
                  <a:srgbClr val="EFD097"/>
                </a:solidFill>
                <a:latin typeface="League Gothic"/>
                <a:ea typeface="League Gothic"/>
                <a:cs typeface="League Gothic"/>
                <a:sym typeface="League Gothic"/>
              </a:rPr>
              <a:t>WHAT IS QUIET TIME?</a:t>
            </a:r>
          </a:p>
        </p:txBody>
      </p:sp>
      <p:sp>
        <p:nvSpPr>
          <p:cNvPr name="TextBox 5" id="5"/>
          <p:cNvSpPr txBox="true"/>
          <p:nvPr/>
        </p:nvSpPr>
        <p:spPr>
          <a:xfrm rot="0">
            <a:off x="1595688" y="5238750"/>
            <a:ext cx="15581866" cy="4268673"/>
          </a:xfrm>
          <a:prstGeom prst="rect">
            <a:avLst/>
          </a:prstGeom>
        </p:spPr>
        <p:txBody>
          <a:bodyPr anchor="t" rtlCol="false" tIns="0" lIns="0" bIns="0" rIns="0">
            <a:spAutoFit/>
          </a:bodyPr>
          <a:lstStyle/>
          <a:p>
            <a:pPr algn="ctr">
              <a:lnSpc>
                <a:spcPts val="8224"/>
              </a:lnSpc>
            </a:pPr>
            <a:r>
              <a:rPr lang="en-US" b="true" sz="8307" spc="-747">
                <a:solidFill>
                  <a:srgbClr val="FFFFFF"/>
                </a:solidFill>
                <a:latin typeface="Poppins Semi-Bold"/>
                <a:ea typeface="Poppins Semi-Bold"/>
                <a:cs typeface="Poppins Semi-Bold"/>
                <a:sym typeface="Poppins Semi-Bold"/>
              </a:rPr>
              <a:t>It is a time of conversation (fellowship) with your LORD, for the strengthening of your relationship with Him.</a:t>
            </a:r>
          </a:p>
        </p:txBody>
      </p:sp>
      <p:grpSp>
        <p:nvGrpSpPr>
          <p:cNvPr name="Group 6" id="6"/>
          <p:cNvGrpSpPr/>
          <p:nvPr/>
        </p:nvGrpSpPr>
        <p:grpSpPr>
          <a:xfrm rot="0">
            <a:off x="8437330" y="3446828"/>
            <a:ext cx="1413339" cy="141333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649984" y="3532553"/>
            <a:ext cx="949933" cy="1337061"/>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543256" y="1263278"/>
            <a:ext cx="15201488" cy="1610726"/>
          </a:xfrm>
          <a:prstGeom prst="rect">
            <a:avLst/>
          </a:prstGeom>
        </p:spPr>
        <p:txBody>
          <a:bodyPr anchor="t" rtlCol="false" tIns="0" lIns="0" bIns="0" rIns="0">
            <a:spAutoFit/>
          </a:bodyPr>
          <a:lstStyle/>
          <a:p>
            <a:pPr algn="ctr">
              <a:lnSpc>
                <a:spcPts val="11791"/>
              </a:lnSpc>
            </a:pPr>
            <a:r>
              <a:rPr lang="en-US" sz="12958">
                <a:solidFill>
                  <a:srgbClr val="EFD097"/>
                </a:solidFill>
                <a:latin typeface="League Gothic"/>
                <a:ea typeface="League Gothic"/>
                <a:cs typeface="League Gothic"/>
                <a:sym typeface="League Gothic"/>
              </a:rPr>
              <a:t>WHY SHOULD I HAVE QUIET TIME?</a:t>
            </a:r>
          </a:p>
        </p:txBody>
      </p:sp>
      <p:sp>
        <p:nvSpPr>
          <p:cNvPr name="TextBox 5" id="5"/>
          <p:cNvSpPr txBox="true"/>
          <p:nvPr/>
        </p:nvSpPr>
        <p:spPr>
          <a:xfrm rot="0">
            <a:off x="1363192" y="4582539"/>
            <a:ext cx="15561617" cy="2619017"/>
          </a:xfrm>
          <a:prstGeom prst="rect">
            <a:avLst/>
          </a:prstGeom>
        </p:spPr>
        <p:txBody>
          <a:bodyPr anchor="t" rtlCol="false" tIns="0" lIns="0" bIns="0" rIns="0">
            <a:spAutoFit/>
          </a:bodyPr>
          <a:lstStyle/>
          <a:p>
            <a:pPr algn="ctr">
              <a:lnSpc>
                <a:spcPts val="6636"/>
              </a:lnSpc>
            </a:pPr>
            <a:r>
              <a:rPr lang="en-US" b="true" sz="6703" spc="-603">
                <a:solidFill>
                  <a:srgbClr val="FFFFFF"/>
                </a:solidFill>
                <a:latin typeface="Poppins Semi-Bold"/>
                <a:ea typeface="Poppins Semi-Bold"/>
                <a:cs typeface="Poppins Semi-Bold"/>
                <a:sym typeface="Poppins Semi-Bold"/>
              </a:rPr>
              <a:t>My source of livelihood is “in Him”.</a:t>
            </a:r>
          </a:p>
          <a:p>
            <a:pPr algn="ctr">
              <a:lnSpc>
                <a:spcPts val="6636"/>
              </a:lnSpc>
            </a:pPr>
            <a:r>
              <a:rPr lang="en-US" b="true" sz="6703" spc="-603">
                <a:solidFill>
                  <a:srgbClr val="FFFFFF"/>
                </a:solidFill>
                <a:latin typeface="Poppins Semi-Bold"/>
                <a:ea typeface="Poppins Semi-Bold"/>
                <a:cs typeface="Poppins Semi-Bold"/>
                <a:sym typeface="Poppins Semi-Bold"/>
              </a:rPr>
              <a:t>You thrive only in His Presence. Why miss His feed which He prepared just for you</a:t>
            </a:r>
          </a:p>
        </p:txBody>
      </p:sp>
      <p:sp>
        <p:nvSpPr>
          <p:cNvPr name="TextBox 6" id="6"/>
          <p:cNvSpPr txBox="true"/>
          <p:nvPr/>
        </p:nvSpPr>
        <p:spPr>
          <a:xfrm rot="0">
            <a:off x="1343504" y="7249181"/>
            <a:ext cx="15417712" cy="2247244"/>
          </a:xfrm>
          <a:prstGeom prst="rect">
            <a:avLst/>
          </a:prstGeom>
        </p:spPr>
        <p:txBody>
          <a:bodyPr anchor="t" rtlCol="false" tIns="0" lIns="0" bIns="0" rIns="0">
            <a:spAutoFit/>
          </a:bodyPr>
          <a:lstStyle/>
          <a:p>
            <a:pPr algn="ctr">
              <a:lnSpc>
                <a:spcPts val="5632"/>
              </a:lnSpc>
            </a:pPr>
            <a:r>
              <a:rPr lang="en-US" b="true" sz="5689" spc="-512">
                <a:solidFill>
                  <a:srgbClr val="EFD097"/>
                </a:solidFill>
                <a:latin typeface="Poppins Medium"/>
                <a:ea typeface="Poppins Medium"/>
                <a:cs typeface="Poppins Medium"/>
                <a:sym typeface="Poppins Medium"/>
              </a:rPr>
              <a:t>For  in Him we live, and move,  and have our being; as certain also of your own poets have said, For we are also His offsprings. (Acts 17:28) </a:t>
            </a:r>
          </a:p>
        </p:txBody>
      </p:sp>
      <p:grpSp>
        <p:nvGrpSpPr>
          <p:cNvPr name="Group 7" id="7"/>
          <p:cNvGrpSpPr/>
          <p:nvPr/>
        </p:nvGrpSpPr>
        <p:grpSpPr>
          <a:xfrm rot="0">
            <a:off x="8390246" y="2988303"/>
            <a:ext cx="1413339" cy="141333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8602899" y="3074028"/>
            <a:ext cx="949933" cy="1337061"/>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543256" y="1009650"/>
            <a:ext cx="15201488" cy="1610726"/>
          </a:xfrm>
          <a:prstGeom prst="rect">
            <a:avLst/>
          </a:prstGeom>
        </p:spPr>
        <p:txBody>
          <a:bodyPr anchor="t" rtlCol="false" tIns="0" lIns="0" bIns="0" rIns="0">
            <a:spAutoFit/>
          </a:bodyPr>
          <a:lstStyle/>
          <a:p>
            <a:pPr algn="ctr">
              <a:lnSpc>
                <a:spcPts val="11791"/>
              </a:lnSpc>
            </a:pPr>
            <a:r>
              <a:rPr lang="en-US" sz="12958">
                <a:solidFill>
                  <a:srgbClr val="EFD097"/>
                </a:solidFill>
                <a:latin typeface="League Gothic"/>
                <a:ea typeface="League Gothic"/>
                <a:cs typeface="League Gothic"/>
                <a:sym typeface="League Gothic"/>
              </a:rPr>
              <a:t>WHY SHOULD I HAVE QUIET TIME?</a:t>
            </a:r>
          </a:p>
        </p:txBody>
      </p:sp>
      <p:sp>
        <p:nvSpPr>
          <p:cNvPr name="TextBox 5" id="5"/>
          <p:cNvSpPr txBox="true"/>
          <p:nvPr/>
        </p:nvSpPr>
        <p:spPr>
          <a:xfrm rot="0">
            <a:off x="677254" y="5096508"/>
            <a:ext cx="16933493" cy="2193561"/>
          </a:xfrm>
          <a:prstGeom prst="rect">
            <a:avLst/>
          </a:prstGeom>
        </p:spPr>
        <p:txBody>
          <a:bodyPr anchor="t" rtlCol="false" tIns="0" lIns="0" bIns="0" rIns="0">
            <a:spAutoFit/>
          </a:bodyPr>
          <a:lstStyle/>
          <a:p>
            <a:pPr algn="ctr">
              <a:lnSpc>
                <a:spcPts val="8175"/>
              </a:lnSpc>
            </a:pPr>
            <a:r>
              <a:rPr lang="en-US" b="true" sz="8258" spc="-743">
                <a:solidFill>
                  <a:srgbClr val="FFFFFF"/>
                </a:solidFill>
                <a:latin typeface="Poppins Bold"/>
                <a:ea typeface="Poppins Bold"/>
                <a:cs typeface="Poppins Bold"/>
                <a:sym typeface="Poppins Bold"/>
              </a:rPr>
              <a:t>The LORD reveals Himself to those who are attentive to Him.</a:t>
            </a:r>
          </a:p>
        </p:txBody>
      </p:sp>
      <p:grpSp>
        <p:nvGrpSpPr>
          <p:cNvPr name="Group 6" id="6"/>
          <p:cNvGrpSpPr/>
          <p:nvPr/>
        </p:nvGrpSpPr>
        <p:grpSpPr>
          <a:xfrm rot="0">
            <a:off x="8345690" y="3418514"/>
            <a:ext cx="1413339" cy="141333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558344" y="3504239"/>
            <a:ext cx="949933" cy="1337061"/>
          </a:xfrm>
          <a:prstGeom prst="rect">
            <a:avLst/>
          </a:prstGeom>
        </p:spPr>
        <p:txBody>
          <a:bodyPr anchor="t" rtlCol="false" tIns="0" lIns="0" bIns="0" rIns="0">
            <a:spAutoFit/>
          </a:bodyPr>
          <a:lstStyle/>
          <a:p>
            <a:pPr algn="ctr">
              <a:lnSpc>
                <a:spcPts val="9307"/>
              </a:lnSpc>
            </a:pPr>
            <a:r>
              <a:rPr lang="en-US" b="true" sz="9401" spc="-846">
                <a:solidFill>
                  <a:srgbClr val="FFFFFF"/>
                </a:solidFill>
                <a:latin typeface="Poppins Semi-Bold"/>
                <a:ea typeface="Poppins Semi-Bold"/>
                <a:cs typeface="Poppins Semi-Bold"/>
                <a:sym typeface="Poppins Semi-Bold"/>
              </a:rPr>
              <a:t>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028700" y="1087466"/>
            <a:ext cx="16597893" cy="2682138"/>
          </a:xfrm>
          <a:prstGeom prst="rect">
            <a:avLst/>
          </a:prstGeom>
        </p:spPr>
        <p:txBody>
          <a:bodyPr anchor="t" rtlCol="false" tIns="0" lIns="0" bIns="0" rIns="0">
            <a:spAutoFit/>
          </a:bodyPr>
          <a:lstStyle/>
          <a:p>
            <a:pPr algn="ctr">
              <a:lnSpc>
                <a:spcPts val="10155"/>
              </a:lnSpc>
            </a:pPr>
            <a:r>
              <a:rPr lang="en-US" sz="11160">
                <a:solidFill>
                  <a:srgbClr val="EFD097"/>
                </a:solidFill>
                <a:latin typeface="League Gothic"/>
                <a:ea typeface="League Gothic"/>
                <a:cs typeface="League Gothic"/>
                <a:sym typeface="League Gothic"/>
              </a:rPr>
              <a:t>WHAT ARE THE COMPONENTS OF EFFECTIVE QUIET TIME?</a:t>
            </a:r>
          </a:p>
        </p:txBody>
      </p:sp>
      <p:sp>
        <p:nvSpPr>
          <p:cNvPr name="TextBox 5" id="5"/>
          <p:cNvSpPr txBox="true"/>
          <p:nvPr/>
        </p:nvSpPr>
        <p:spPr>
          <a:xfrm rot="0">
            <a:off x="819896" y="3969629"/>
            <a:ext cx="4263308" cy="1302962"/>
          </a:xfrm>
          <a:prstGeom prst="rect">
            <a:avLst/>
          </a:prstGeom>
        </p:spPr>
        <p:txBody>
          <a:bodyPr anchor="t" rtlCol="false" tIns="0" lIns="0" bIns="0" rIns="0">
            <a:spAutoFit/>
          </a:bodyPr>
          <a:lstStyle/>
          <a:p>
            <a:pPr algn="l">
              <a:lnSpc>
                <a:spcPts val="9119"/>
              </a:lnSpc>
            </a:pPr>
            <a:r>
              <a:rPr lang="en-US" sz="9212" spc="-829" b="true">
                <a:solidFill>
                  <a:srgbClr val="FFFFFF"/>
                </a:solidFill>
                <a:latin typeface="Poppins Semi-Bold"/>
                <a:ea typeface="Poppins Semi-Bold"/>
                <a:cs typeface="Poppins Semi-Bold"/>
                <a:sym typeface="Poppins Semi-Bold"/>
              </a:rPr>
              <a:t>Worship</a:t>
            </a:r>
          </a:p>
        </p:txBody>
      </p:sp>
      <p:sp>
        <p:nvSpPr>
          <p:cNvPr name="TextBox 6" id="6"/>
          <p:cNvSpPr txBox="true"/>
          <p:nvPr/>
        </p:nvSpPr>
        <p:spPr>
          <a:xfrm rot="0">
            <a:off x="819896" y="5468017"/>
            <a:ext cx="3548086" cy="1302906"/>
          </a:xfrm>
          <a:prstGeom prst="rect">
            <a:avLst/>
          </a:prstGeom>
        </p:spPr>
        <p:txBody>
          <a:bodyPr anchor="t" rtlCol="false" tIns="0" lIns="0" bIns="0" rIns="0">
            <a:spAutoFit/>
          </a:bodyPr>
          <a:lstStyle/>
          <a:p>
            <a:pPr algn="l">
              <a:lnSpc>
                <a:spcPts val="9117"/>
              </a:lnSpc>
            </a:pPr>
            <a:r>
              <a:rPr lang="en-US" sz="9210" spc="-828" b="true">
                <a:solidFill>
                  <a:srgbClr val="FFFFFF"/>
                </a:solidFill>
                <a:latin typeface="Poppins Semi-Bold"/>
                <a:ea typeface="Poppins Semi-Bold"/>
                <a:cs typeface="Poppins Semi-Bold"/>
                <a:sym typeface="Poppins Semi-Bold"/>
              </a:rPr>
              <a:t>Prayer</a:t>
            </a:r>
          </a:p>
        </p:txBody>
      </p:sp>
      <p:sp>
        <p:nvSpPr>
          <p:cNvPr name="TextBox 7" id="7"/>
          <p:cNvSpPr txBox="true"/>
          <p:nvPr/>
        </p:nvSpPr>
        <p:spPr>
          <a:xfrm rot="0">
            <a:off x="819896" y="7656133"/>
            <a:ext cx="6485398" cy="1302906"/>
          </a:xfrm>
          <a:prstGeom prst="rect">
            <a:avLst/>
          </a:prstGeom>
        </p:spPr>
        <p:txBody>
          <a:bodyPr anchor="t" rtlCol="false" tIns="0" lIns="0" bIns="0" rIns="0">
            <a:spAutoFit/>
          </a:bodyPr>
          <a:lstStyle/>
          <a:p>
            <a:pPr algn="l">
              <a:lnSpc>
                <a:spcPts val="9117"/>
              </a:lnSpc>
            </a:pPr>
            <a:r>
              <a:rPr lang="en-US" sz="9210" spc="-828" b="true">
                <a:solidFill>
                  <a:srgbClr val="FFFFFF"/>
                </a:solidFill>
                <a:latin typeface="Poppins Semi-Bold"/>
                <a:ea typeface="Poppins Semi-Bold"/>
                <a:cs typeface="Poppins Semi-Bold"/>
                <a:sym typeface="Poppins Semi-Bold"/>
              </a:rPr>
              <a:t>Bible Studies</a:t>
            </a:r>
          </a:p>
        </p:txBody>
      </p:sp>
      <p:sp>
        <p:nvSpPr>
          <p:cNvPr name="TextBox 8" id="8"/>
          <p:cNvSpPr txBox="true"/>
          <p:nvPr/>
        </p:nvSpPr>
        <p:spPr>
          <a:xfrm rot="0">
            <a:off x="5120200" y="4340644"/>
            <a:ext cx="4370187" cy="741426"/>
          </a:xfrm>
          <a:prstGeom prst="rect">
            <a:avLst/>
          </a:prstGeom>
        </p:spPr>
        <p:txBody>
          <a:bodyPr anchor="t" rtlCol="false" tIns="0" lIns="0" bIns="0" rIns="0">
            <a:spAutoFit/>
          </a:bodyPr>
          <a:lstStyle/>
          <a:p>
            <a:pPr algn="ctr">
              <a:lnSpc>
                <a:spcPts val="5247"/>
              </a:lnSpc>
            </a:pPr>
            <a:r>
              <a:rPr lang="en-US" sz="5300" spc="-477">
                <a:solidFill>
                  <a:srgbClr val="6CE5E8"/>
                </a:solidFill>
                <a:latin typeface="Poppins"/>
                <a:ea typeface="Poppins"/>
                <a:cs typeface="Poppins"/>
                <a:sym typeface="Poppins"/>
              </a:rPr>
              <a:t>- Psalm 100:2,4</a:t>
            </a:r>
          </a:p>
        </p:txBody>
      </p:sp>
      <p:sp>
        <p:nvSpPr>
          <p:cNvPr name="TextBox 9" id="9"/>
          <p:cNvSpPr txBox="true"/>
          <p:nvPr/>
        </p:nvSpPr>
        <p:spPr>
          <a:xfrm rot="0">
            <a:off x="4062595" y="5729770"/>
            <a:ext cx="11329094" cy="741299"/>
          </a:xfrm>
          <a:prstGeom prst="rect">
            <a:avLst/>
          </a:prstGeom>
        </p:spPr>
        <p:txBody>
          <a:bodyPr anchor="t" rtlCol="false" tIns="0" lIns="0" bIns="0" rIns="0">
            <a:spAutoFit/>
          </a:bodyPr>
          <a:lstStyle/>
          <a:p>
            <a:pPr algn="ctr">
              <a:lnSpc>
                <a:spcPts val="5242"/>
              </a:lnSpc>
            </a:pPr>
            <a:r>
              <a:rPr lang="en-US" sz="5295" spc="-476">
                <a:solidFill>
                  <a:srgbClr val="6CE5E8"/>
                </a:solidFill>
                <a:latin typeface="Poppins"/>
                <a:ea typeface="Poppins"/>
                <a:cs typeface="Poppins"/>
                <a:sym typeface="Poppins"/>
              </a:rPr>
              <a:t>(including confessions &amp; intercessions)</a:t>
            </a:r>
          </a:p>
        </p:txBody>
      </p:sp>
      <p:sp>
        <p:nvSpPr>
          <p:cNvPr name="TextBox 10" id="10"/>
          <p:cNvSpPr txBox="true"/>
          <p:nvPr/>
        </p:nvSpPr>
        <p:spPr>
          <a:xfrm rot="0">
            <a:off x="4367982" y="6528220"/>
            <a:ext cx="4787796" cy="741299"/>
          </a:xfrm>
          <a:prstGeom prst="rect">
            <a:avLst/>
          </a:prstGeom>
        </p:spPr>
        <p:txBody>
          <a:bodyPr anchor="t" rtlCol="false" tIns="0" lIns="0" bIns="0" rIns="0">
            <a:spAutoFit/>
          </a:bodyPr>
          <a:lstStyle/>
          <a:p>
            <a:pPr algn="ctr">
              <a:lnSpc>
                <a:spcPts val="5242"/>
              </a:lnSpc>
            </a:pPr>
            <a:r>
              <a:rPr lang="en-US" sz="5295" spc="-476">
                <a:solidFill>
                  <a:srgbClr val="6CE5E8"/>
                </a:solidFill>
                <a:latin typeface="Poppins"/>
                <a:ea typeface="Poppins"/>
                <a:cs typeface="Poppins"/>
                <a:sym typeface="Poppins"/>
              </a:rPr>
              <a:t>- Ephesians 6:18</a:t>
            </a:r>
          </a:p>
        </p:txBody>
      </p:sp>
      <p:sp>
        <p:nvSpPr>
          <p:cNvPr name="TextBox 11" id="11"/>
          <p:cNvSpPr txBox="true"/>
          <p:nvPr/>
        </p:nvSpPr>
        <p:spPr>
          <a:xfrm rot="0">
            <a:off x="7305294" y="7917886"/>
            <a:ext cx="7212877" cy="741299"/>
          </a:xfrm>
          <a:prstGeom prst="rect">
            <a:avLst/>
          </a:prstGeom>
        </p:spPr>
        <p:txBody>
          <a:bodyPr anchor="t" rtlCol="false" tIns="0" lIns="0" bIns="0" rIns="0">
            <a:spAutoFit/>
          </a:bodyPr>
          <a:lstStyle/>
          <a:p>
            <a:pPr algn="ctr">
              <a:lnSpc>
                <a:spcPts val="5242"/>
              </a:lnSpc>
            </a:pPr>
            <a:r>
              <a:rPr lang="en-US" sz="5295" spc="-476">
                <a:solidFill>
                  <a:srgbClr val="6CE5E8"/>
                </a:solidFill>
                <a:latin typeface="Poppins"/>
                <a:ea typeface="Poppins"/>
                <a:cs typeface="Poppins"/>
                <a:sym typeface="Poppins"/>
              </a:rPr>
              <a:t>- 1 Peter 2:2, 2 Timothy 2:15</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3280" y="-2027187"/>
            <a:ext cx="18471280" cy="12314187"/>
          </a:xfrm>
          <a:custGeom>
            <a:avLst/>
            <a:gdLst/>
            <a:ahLst/>
            <a:cxnLst/>
            <a:rect r="r" b="b" t="t" l="l"/>
            <a:pathLst>
              <a:path h="12314187" w="18471280">
                <a:moveTo>
                  <a:pt x="0" y="0"/>
                </a:moveTo>
                <a:lnTo>
                  <a:pt x="18471280" y="0"/>
                </a:lnTo>
                <a:lnTo>
                  <a:pt x="18471280" y="12314187"/>
                </a:lnTo>
                <a:lnTo>
                  <a:pt x="0" y="12314187"/>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028700" y="1208612"/>
            <a:ext cx="16597893" cy="2682138"/>
          </a:xfrm>
          <a:prstGeom prst="rect">
            <a:avLst/>
          </a:prstGeom>
        </p:spPr>
        <p:txBody>
          <a:bodyPr anchor="t" rtlCol="false" tIns="0" lIns="0" bIns="0" rIns="0">
            <a:spAutoFit/>
          </a:bodyPr>
          <a:lstStyle/>
          <a:p>
            <a:pPr algn="ctr">
              <a:lnSpc>
                <a:spcPts val="10155"/>
              </a:lnSpc>
            </a:pPr>
            <a:r>
              <a:rPr lang="en-US" sz="11160">
                <a:solidFill>
                  <a:srgbClr val="EFD097"/>
                </a:solidFill>
                <a:latin typeface="League Gothic"/>
                <a:ea typeface="League Gothic"/>
                <a:cs typeface="League Gothic"/>
                <a:sym typeface="League Gothic"/>
              </a:rPr>
              <a:t>WHAT ARE THE COMPONENTS OF EFFECTIVE QUIET TIME?</a:t>
            </a:r>
          </a:p>
        </p:txBody>
      </p:sp>
      <p:sp>
        <p:nvSpPr>
          <p:cNvPr name="TextBox 5" id="5"/>
          <p:cNvSpPr txBox="true"/>
          <p:nvPr/>
        </p:nvSpPr>
        <p:spPr>
          <a:xfrm rot="0">
            <a:off x="665295" y="4443200"/>
            <a:ext cx="5680589" cy="1302962"/>
          </a:xfrm>
          <a:prstGeom prst="rect">
            <a:avLst/>
          </a:prstGeom>
        </p:spPr>
        <p:txBody>
          <a:bodyPr anchor="t" rtlCol="false" tIns="0" lIns="0" bIns="0" rIns="0">
            <a:spAutoFit/>
          </a:bodyPr>
          <a:lstStyle/>
          <a:p>
            <a:pPr algn="l">
              <a:lnSpc>
                <a:spcPts val="9119"/>
              </a:lnSpc>
            </a:pPr>
            <a:r>
              <a:rPr lang="en-US" sz="9212" spc="-829" b="true">
                <a:solidFill>
                  <a:srgbClr val="FFFFFF"/>
                </a:solidFill>
                <a:latin typeface="Poppins Semi-Bold"/>
                <a:ea typeface="Poppins Semi-Bold"/>
                <a:cs typeface="Poppins Semi-Bold"/>
                <a:sym typeface="Poppins Semi-Bold"/>
              </a:rPr>
              <a:t>Meditation</a:t>
            </a:r>
          </a:p>
        </p:txBody>
      </p:sp>
      <p:sp>
        <p:nvSpPr>
          <p:cNvPr name="TextBox 6" id="6"/>
          <p:cNvSpPr txBox="true"/>
          <p:nvPr/>
        </p:nvSpPr>
        <p:spPr>
          <a:xfrm rot="0">
            <a:off x="665295" y="5941588"/>
            <a:ext cx="3838810" cy="1302906"/>
          </a:xfrm>
          <a:prstGeom prst="rect">
            <a:avLst/>
          </a:prstGeom>
        </p:spPr>
        <p:txBody>
          <a:bodyPr anchor="t" rtlCol="false" tIns="0" lIns="0" bIns="0" rIns="0">
            <a:spAutoFit/>
          </a:bodyPr>
          <a:lstStyle/>
          <a:p>
            <a:pPr algn="l">
              <a:lnSpc>
                <a:spcPts val="9117"/>
              </a:lnSpc>
            </a:pPr>
            <a:r>
              <a:rPr lang="en-US" sz="9210" spc="-828" b="true">
                <a:solidFill>
                  <a:srgbClr val="FFFFFF"/>
                </a:solidFill>
                <a:latin typeface="Poppins Semi-Bold"/>
                <a:ea typeface="Poppins Semi-Bold"/>
                <a:cs typeface="Poppins Semi-Bold"/>
                <a:sym typeface="Poppins Semi-Bold"/>
              </a:rPr>
              <a:t>Fasting</a:t>
            </a:r>
          </a:p>
        </p:txBody>
      </p:sp>
      <p:sp>
        <p:nvSpPr>
          <p:cNvPr name="TextBox 7" id="7"/>
          <p:cNvSpPr txBox="true"/>
          <p:nvPr/>
        </p:nvSpPr>
        <p:spPr>
          <a:xfrm rot="0">
            <a:off x="6172491" y="4756007"/>
            <a:ext cx="6005512" cy="741426"/>
          </a:xfrm>
          <a:prstGeom prst="rect">
            <a:avLst/>
          </a:prstGeom>
        </p:spPr>
        <p:txBody>
          <a:bodyPr anchor="t" rtlCol="false" tIns="0" lIns="0" bIns="0" rIns="0">
            <a:spAutoFit/>
          </a:bodyPr>
          <a:lstStyle/>
          <a:p>
            <a:pPr algn="ctr">
              <a:lnSpc>
                <a:spcPts val="5247"/>
              </a:lnSpc>
            </a:pPr>
            <a:r>
              <a:rPr lang="en-US" sz="5300" spc="-477">
                <a:solidFill>
                  <a:srgbClr val="6CE5E8"/>
                </a:solidFill>
                <a:latin typeface="Poppins"/>
                <a:ea typeface="Poppins"/>
                <a:cs typeface="Poppins"/>
                <a:sym typeface="Poppins"/>
              </a:rPr>
              <a:t>- Joshua 1:8, Psalm 1:2</a:t>
            </a:r>
          </a:p>
        </p:txBody>
      </p:sp>
      <p:sp>
        <p:nvSpPr>
          <p:cNvPr name="TextBox 8" id="8"/>
          <p:cNvSpPr txBox="true"/>
          <p:nvPr/>
        </p:nvSpPr>
        <p:spPr>
          <a:xfrm rot="0">
            <a:off x="4232090" y="6266105"/>
            <a:ext cx="4864285" cy="741299"/>
          </a:xfrm>
          <a:prstGeom prst="rect">
            <a:avLst/>
          </a:prstGeom>
        </p:spPr>
        <p:txBody>
          <a:bodyPr anchor="t" rtlCol="false" tIns="0" lIns="0" bIns="0" rIns="0">
            <a:spAutoFit/>
          </a:bodyPr>
          <a:lstStyle/>
          <a:p>
            <a:pPr algn="ctr">
              <a:lnSpc>
                <a:spcPts val="5242"/>
              </a:lnSpc>
            </a:pPr>
            <a:r>
              <a:rPr lang="en-US" sz="5295" spc="-476">
                <a:solidFill>
                  <a:srgbClr val="6CE5E8"/>
                </a:solidFill>
                <a:latin typeface="Poppins"/>
                <a:ea typeface="Poppins"/>
                <a:cs typeface="Poppins"/>
                <a:sym typeface="Poppins"/>
              </a:rPr>
              <a:t>(Occassionally)</a:t>
            </a:r>
          </a:p>
        </p:txBody>
      </p:sp>
      <p:sp>
        <p:nvSpPr>
          <p:cNvPr name="TextBox 9" id="9"/>
          <p:cNvSpPr txBox="true"/>
          <p:nvPr/>
        </p:nvSpPr>
        <p:spPr>
          <a:xfrm rot="0">
            <a:off x="8823760" y="6266105"/>
            <a:ext cx="4424391" cy="741299"/>
          </a:xfrm>
          <a:prstGeom prst="rect">
            <a:avLst/>
          </a:prstGeom>
        </p:spPr>
        <p:txBody>
          <a:bodyPr anchor="t" rtlCol="false" tIns="0" lIns="0" bIns="0" rIns="0">
            <a:spAutoFit/>
          </a:bodyPr>
          <a:lstStyle/>
          <a:p>
            <a:pPr algn="ctr">
              <a:lnSpc>
                <a:spcPts val="5242"/>
              </a:lnSpc>
            </a:pPr>
            <a:r>
              <a:rPr lang="en-US" sz="5295" spc="-476">
                <a:solidFill>
                  <a:srgbClr val="6CE5E8"/>
                </a:solidFill>
                <a:latin typeface="Poppins"/>
                <a:ea typeface="Poppins"/>
                <a:cs typeface="Poppins"/>
                <a:sym typeface="Poppins"/>
              </a:rPr>
              <a:t>- Matthew 17:21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6E4"/>
        </a:solidFill>
      </p:bgPr>
    </p:bg>
    <p:spTree>
      <p:nvGrpSpPr>
        <p:cNvPr id="1" name=""/>
        <p:cNvGrpSpPr/>
        <p:nvPr/>
      </p:nvGrpSpPr>
      <p:grpSpPr>
        <a:xfrm>
          <a:off x="0" y="0"/>
          <a:ext cx="0" cy="0"/>
          <a:chOff x="0" y="0"/>
          <a:chExt cx="0" cy="0"/>
        </a:xfrm>
      </p:grpSpPr>
      <p:sp>
        <p:nvSpPr>
          <p:cNvPr name="Freeform 2" id="2"/>
          <p:cNvSpPr/>
          <p:nvPr/>
        </p:nvSpPr>
        <p:spPr>
          <a:xfrm flipH="false" flipV="false" rot="0">
            <a:off x="-2932745" y="1477799"/>
            <a:ext cx="8809201" cy="8809201"/>
          </a:xfrm>
          <a:custGeom>
            <a:avLst/>
            <a:gdLst/>
            <a:ahLst/>
            <a:cxnLst/>
            <a:rect r="r" b="b" t="t" l="l"/>
            <a:pathLst>
              <a:path h="8809201" w="8809201">
                <a:moveTo>
                  <a:pt x="0" y="0"/>
                </a:moveTo>
                <a:lnTo>
                  <a:pt x="8809201" y="0"/>
                </a:lnTo>
                <a:lnTo>
                  <a:pt x="8809201" y="8809201"/>
                </a:lnTo>
                <a:lnTo>
                  <a:pt x="0" y="8809201"/>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1855" y="4533663"/>
            <a:ext cx="4332764" cy="3456910"/>
          </a:xfrm>
          <a:custGeom>
            <a:avLst/>
            <a:gdLst/>
            <a:ahLst/>
            <a:cxnLst/>
            <a:rect r="r" b="b" t="t" l="l"/>
            <a:pathLst>
              <a:path h="3456910" w="4332764">
                <a:moveTo>
                  <a:pt x="0" y="0"/>
                </a:moveTo>
                <a:lnTo>
                  <a:pt x="4332764" y="0"/>
                </a:lnTo>
                <a:lnTo>
                  <a:pt x="4332764" y="3456910"/>
                </a:lnTo>
                <a:lnTo>
                  <a:pt x="0" y="3456910"/>
                </a:lnTo>
                <a:lnTo>
                  <a:pt x="0" y="0"/>
                </a:lnTo>
                <a:close/>
              </a:path>
            </a:pathLst>
          </a:custGeom>
          <a:blipFill>
            <a:blip r:embed="rId4"/>
            <a:stretch>
              <a:fillRect l="0" t="0" r="0" b="0"/>
            </a:stretch>
          </a:blipFill>
        </p:spPr>
      </p:sp>
      <p:sp>
        <p:nvSpPr>
          <p:cNvPr name="Freeform 4" id="4"/>
          <p:cNvSpPr/>
          <p:nvPr/>
        </p:nvSpPr>
        <p:spPr>
          <a:xfrm flipH="false" flipV="false" rot="0">
            <a:off x="6251098" y="4572017"/>
            <a:ext cx="5785804" cy="3418556"/>
          </a:xfrm>
          <a:custGeom>
            <a:avLst/>
            <a:gdLst/>
            <a:ahLst/>
            <a:cxnLst/>
            <a:rect r="r" b="b" t="t" l="l"/>
            <a:pathLst>
              <a:path h="3418556" w="5785804">
                <a:moveTo>
                  <a:pt x="0" y="0"/>
                </a:moveTo>
                <a:lnTo>
                  <a:pt x="5785804" y="0"/>
                </a:lnTo>
                <a:lnTo>
                  <a:pt x="5785804" y="3418556"/>
                </a:lnTo>
                <a:lnTo>
                  <a:pt x="0" y="3418556"/>
                </a:lnTo>
                <a:lnTo>
                  <a:pt x="0" y="0"/>
                </a:lnTo>
                <a:close/>
              </a:path>
            </a:pathLst>
          </a:custGeom>
          <a:blipFill>
            <a:blip r:embed="rId5"/>
            <a:stretch>
              <a:fillRect l="-3740" t="-8677" r="-4795" b="-9345"/>
            </a:stretch>
          </a:blipFill>
        </p:spPr>
      </p:sp>
      <p:sp>
        <p:nvSpPr>
          <p:cNvPr name="Freeform 5" id="5"/>
          <p:cNvSpPr/>
          <p:nvPr/>
        </p:nvSpPr>
        <p:spPr>
          <a:xfrm flipH="false" flipV="false" rot="0">
            <a:off x="12572994" y="4360312"/>
            <a:ext cx="3630261" cy="3630261"/>
          </a:xfrm>
          <a:custGeom>
            <a:avLst/>
            <a:gdLst/>
            <a:ahLst/>
            <a:cxnLst/>
            <a:rect r="r" b="b" t="t" l="l"/>
            <a:pathLst>
              <a:path h="3630261" w="3630261">
                <a:moveTo>
                  <a:pt x="0" y="0"/>
                </a:moveTo>
                <a:lnTo>
                  <a:pt x="3630261" y="0"/>
                </a:lnTo>
                <a:lnTo>
                  <a:pt x="3630261" y="3630261"/>
                </a:lnTo>
                <a:lnTo>
                  <a:pt x="0" y="3630261"/>
                </a:lnTo>
                <a:lnTo>
                  <a:pt x="0" y="0"/>
                </a:lnTo>
                <a:close/>
              </a:path>
            </a:pathLst>
          </a:custGeom>
          <a:blipFill>
            <a:blip r:embed="rId6"/>
            <a:stretch>
              <a:fillRect l="0" t="0" r="0" b="0"/>
            </a:stretch>
          </a:blipFill>
        </p:spPr>
      </p:sp>
      <p:sp>
        <p:nvSpPr>
          <p:cNvPr name="TextBox 6" id="6"/>
          <p:cNvSpPr txBox="true"/>
          <p:nvPr/>
        </p:nvSpPr>
        <p:spPr>
          <a:xfrm rot="0">
            <a:off x="1028700" y="1208612"/>
            <a:ext cx="16597893" cy="2677987"/>
          </a:xfrm>
          <a:prstGeom prst="rect">
            <a:avLst/>
          </a:prstGeom>
        </p:spPr>
        <p:txBody>
          <a:bodyPr anchor="t" rtlCol="false" tIns="0" lIns="0" bIns="0" rIns="0">
            <a:spAutoFit/>
          </a:bodyPr>
          <a:lstStyle/>
          <a:p>
            <a:pPr algn="ctr">
              <a:lnSpc>
                <a:spcPts val="10155"/>
              </a:lnSpc>
            </a:pPr>
            <a:r>
              <a:rPr lang="en-US" sz="11160">
                <a:solidFill>
                  <a:srgbClr val="31356E"/>
                </a:solidFill>
                <a:latin typeface="League Gothic"/>
                <a:ea typeface="League Gothic"/>
                <a:cs typeface="League Gothic"/>
                <a:sym typeface="League Gothic"/>
              </a:rPr>
              <a:t>WHAT ARE THE TOOLS I NEED FOR EFFECTIVE QUIET TIME?</a:t>
            </a:r>
          </a:p>
        </p:txBody>
      </p:sp>
      <p:sp>
        <p:nvSpPr>
          <p:cNvPr name="TextBox 7" id="7"/>
          <p:cNvSpPr txBox="true"/>
          <p:nvPr/>
        </p:nvSpPr>
        <p:spPr>
          <a:xfrm rot="0">
            <a:off x="2236364" y="8221074"/>
            <a:ext cx="3195294" cy="741299"/>
          </a:xfrm>
          <a:prstGeom prst="rect">
            <a:avLst/>
          </a:prstGeom>
        </p:spPr>
        <p:txBody>
          <a:bodyPr anchor="t" rtlCol="false" tIns="0" lIns="0" bIns="0" rIns="0">
            <a:spAutoFit/>
          </a:bodyPr>
          <a:lstStyle/>
          <a:p>
            <a:pPr algn="ctr">
              <a:lnSpc>
                <a:spcPts val="5242"/>
              </a:lnSpc>
            </a:pPr>
            <a:r>
              <a:rPr lang="en-US" sz="5295" spc="-476">
                <a:solidFill>
                  <a:srgbClr val="000000"/>
                </a:solidFill>
                <a:latin typeface="Poppins"/>
                <a:ea typeface="Poppins"/>
                <a:cs typeface="Poppins"/>
                <a:sym typeface="Poppins"/>
              </a:rPr>
              <a:t>Holy </a:t>
            </a:r>
            <a:r>
              <a:rPr lang="en-US" sz="5295" spc="-476">
                <a:solidFill>
                  <a:srgbClr val="000000"/>
                </a:solidFill>
                <a:latin typeface="Poppins"/>
                <a:ea typeface="Poppins"/>
                <a:cs typeface="Poppins"/>
                <a:sym typeface="Poppins"/>
              </a:rPr>
              <a:t>Bible</a:t>
            </a:r>
          </a:p>
        </p:txBody>
      </p:sp>
      <p:sp>
        <p:nvSpPr>
          <p:cNvPr name="TextBox 8" id="8"/>
          <p:cNvSpPr txBox="true"/>
          <p:nvPr/>
        </p:nvSpPr>
        <p:spPr>
          <a:xfrm rot="0">
            <a:off x="7070538" y="8221074"/>
            <a:ext cx="4146925" cy="741299"/>
          </a:xfrm>
          <a:prstGeom prst="rect">
            <a:avLst/>
          </a:prstGeom>
        </p:spPr>
        <p:txBody>
          <a:bodyPr anchor="t" rtlCol="false" tIns="0" lIns="0" bIns="0" rIns="0">
            <a:spAutoFit/>
          </a:bodyPr>
          <a:lstStyle/>
          <a:p>
            <a:pPr algn="ctr">
              <a:lnSpc>
                <a:spcPts val="5242"/>
              </a:lnSpc>
            </a:pPr>
            <a:r>
              <a:rPr lang="en-US" sz="5295" spc="-476">
                <a:solidFill>
                  <a:srgbClr val="000000"/>
                </a:solidFill>
                <a:latin typeface="Poppins"/>
                <a:ea typeface="Poppins"/>
                <a:cs typeface="Poppins"/>
                <a:sym typeface="Poppins"/>
              </a:rPr>
              <a:t>A journal/jotter</a:t>
            </a:r>
          </a:p>
        </p:txBody>
      </p:sp>
      <p:sp>
        <p:nvSpPr>
          <p:cNvPr name="TextBox 9" id="9"/>
          <p:cNvSpPr txBox="true"/>
          <p:nvPr/>
        </p:nvSpPr>
        <p:spPr>
          <a:xfrm rot="0">
            <a:off x="13516110" y="8221074"/>
            <a:ext cx="1744030" cy="741299"/>
          </a:xfrm>
          <a:prstGeom prst="rect">
            <a:avLst/>
          </a:prstGeom>
        </p:spPr>
        <p:txBody>
          <a:bodyPr anchor="t" rtlCol="false" tIns="0" lIns="0" bIns="0" rIns="0">
            <a:spAutoFit/>
          </a:bodyPr>
          <a:lstStyle/>
          <a:p>
            <a:pPr algn="ctr">
              <a:lnSpc>
                <a:spcPts val="5242"/>
              </a:lnSpc>
            </a:pPr>
            <a:r>
              <a:rPr lang="en-US" sz="5295" spc="-476">
                <a:solidFill>
                  <a:srgbClr val="000000"/>
                </a:solidFill>
                <a:latin typeface="Poppins"/>
                <a:ea typeface="Poppins"/>
                <a:cs typeface="Poppins"/>
                <a:sym typeface="Poppins"/>
              </a:rPr>
              <a:t>A pen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6E4"/>
        </a:solidFill>
      </p:bgPr>
    </p:bg>
    <p:spTree>
      <p:nvGrpSpPr>
        <p:cNvPr id="1" name=""/>
        <p:cNvGrpSpPr/>
        <p:nvPr/>
      </p:nvGrpSpPr>
      <p:grpSpPr>
        <a:xfrm>
          <a:off x="0" y="0"/>
          <a:ext cx="0" cy="0"/>
          <a:chOff x="0" y="0"/>
          <a:chExt cx="0" cy="0"/>
        </a:xfrm>
      </p:grpSpPr>
      <p:sp>
        <p:nvSpPr>
          <p:cNvPr name="Freeform 2" id="2"/>
          <p:cNvSpPr/>
          <p:nvPr/>
        </p:nvSpPr>
        <p:spPr>
          <a:xfrm flipH="false" flipV="false" rot="0">
            <a:off x="-3559547" y="2142488"/>
            <a:ext cx="8809201" cy="8809201"/>
          </a:xfrm>
          <a:custGeom>
            <a:avLst/>
            <a:gdLst/>
            <a:ahLst/>
            <a:cxnLst/>
            <a:rect r="r" b="b" t="t" l="l"/>
            <a:pathLst>
              <a:path h="8809201" w="8809201">
                <a:moveTo>
                  <a:pt x="0" y="0"/>
                </a:moveTo>
                <a:lnTo>
                  <a:pt x="8809201" y="0"/>
                </a:lnTo>
                <a:lnTo>
                  <a:pt x="8809201" y="8809201"/>
                </a:lnTo>
                <a:lnTo>
                  <a:pt x="0" y="8809201"/>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026330" y="3621351"/>
            <a:ext cx="4337856" cy="43378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0688" t="0" r="-19311" b="0"/>
              </a:stretch>
            </a:blipFill>
            <a:ln w="66675" cap="sq">
              <a:solidFill>
                <a:srgbClr val="000000"/>
              </a:solidFill>
              <a:prstDash val="solid"/>
              <a:miter/>
            </a:ln>
          </p:spPr>
        </p:sp>
      </p:grpSp>
      <p:sp>
        <p:nvSpPr>
          <p:cNvPr name="Freeform 5" id="5"/>
          <p:cNvSpPr/>
          <p:nvPr/>
        </p:nvSpPr>
        <p:spPr>
          <a:xfrm flipH="false" flipV="false" rot="0">
            <a:off x="13375311" y="3559368"/>
            <a:ext cx="2317363" cy="3701857"/>
          </a:xfrm>
          <a:custGeom>
            <a:avLst/>
            <a:gdLst/>
            <a:ahLst/>
            <a:cxnLst/>
            <a:rect r="r" b="b" t="t" l="l"/>
            <a:pathLst>
              <a:path h="3701857" w="2317363">
                <a:moveTo>
                  <a:pt x="0" y="0"/>
                </a:moveTo>
                <a:lnTo>
                  <a:pt x="2317362" y="0"/>
                </a:lnTo>
                <a:lnTo>
                  <a:pt x="2317362" y="3701857"/>
                </a:lnTo>
                <a:lnTo>
                  <a:pt x="0" y="3701857"/>
                </a:lnTo>
                <a:lnTo>
                  <a:pt x="0" y="0"/>
                </a:lnTo>
                <a:close/>
              </a:path>
            </a:pathLst>
          </a:custGeom>
          <a:blipFill>
            <a:blip r:embed="rId5"/>
            <a:stretch>
              <a:fillRect l="0" t="0" r="0" b="0"/>
            </a:stretch>
          </a:blipFill>
        </p:spPr>
      </p:sp>
      <p:sp>
        <p:nvSpPr>
          <p:cNvPr name="Freeform 6" id="6"/>
          <p:cNvSpPr/>
          <p:nvPr/>
        </p:nvSpPr>
        <p:spPr>
          <a:xfrm flipH="false" flipV="false" rot="5400000">
            <a:off x="1779731" y="4609084"/>
            <a:ext cx="3350413" cy="3876010"/>
          </a:xfrm>
          <a:custGeom>
            <a:avLst/>
            <a:gdLst/>
            <a:ahLst/>
            <a:cxnLst/>
            <a:rect r="r" b="b" t="t" l="l"/>
            <a:pathLst>
              <a:path h="3876010" w="3350413">
                <a:moveTo>
                  <a:pt x="0" y="0"/>
                </a:moveTo>
                <a:lnTo>
                  <a:pt x="3350413" y="0"/>
                </a:lnTo>
                <a:lnTo>
                  <a:pt x="3350413" y="3876010"/>
                </a:lnTo>
                <a:lnTo>
                  <a:pt x="0" y="3876010"/>
                </a:lnTo>
                <a:lnTo>
                  <a:pt x="0" y="0"/>
                </a:lnTo>
                <a:close/>
              </a:path>
            </a:pathLst>
          </a:custGeom>
          <a:blipFill>
            <a:blip r:embed="rId6"/>
            <a:stretch>
              <a:fillRect l="-7348" t="0" r="-8339" b="0"/>
            </a:stretch>
          </a:blipFill>
        </p:spPr>
      </p:sp>
      <p:sp>
        <p:nvSpPr>
          <p:cNvPr name="TextBox 7" id="7"/>
          <p:cNvSpPr txBox="true"/>
          <p:nvPr/>
        </p:nvSpPr>
        <p:spPr>
          <a:xfrm rot="0">
            <a:off x="845054" y="881381"/>
            <a:ext cx="16597893" cy="2677987"/>
          </a:xfrm>
          <a:prstGeom prst="rect">
            <a:avLst/>
          </a:prstGeom>
        </p:spPr>
        <p:txBody>
          <a:bodyPr anchor="t" rtlCol="false" tIns="0" lIns="0" bIns="0" rIns="0">
            <a:spAutoFit/>
          </a:bodyPr>
          <a:lstStyle/>
          <a:p>
            <a:pPr algn="ctr">
              <a:lnSpc>
                <a:spcPts val="10155"/>
              </a:lnSpc>
            </a:pPr>
            <a:r>
              <a:rPr lang="en-US" sz="11160">
                <a:solidFill>
                  <a:srgbClr val="31356E"/>
                </a:solidFill>
                <a:latin typeface="League Gothic"/>
                <a:ea typeface="League Gothic"/>
                <a:cs typeface="League Gothic"/>
                <a:sym typeface="League Gothic"/>
              </a:rPr>
              <a:t>WHAT ARE THE TOOLS I NEED FOR EFFECTIVE QUIET TIME?</a:t>
            </a:r>
          </a:p>
        </p:txBody>
      </p:sp>
      <p:sp>
        <p:nvSpPr>
          <p:cNvPr name="TextBox 8" id="8"/>
          <p:cNvSpPr txBox="true"/>
          <p:nvPr/>
        </p:nvSpPr>
        <p:spPr>
          <a:xfrm rot="0">
            <a:off x="1821686" y="8221074"/>
            <a:ext cx="3492795" cy="741299"/>
          </a:xfrm>
          <a:prstGeom prst="rect">
            <a:avLst/>
          </a:prstGeom>
        </p:spPr>
        <p:txBody>
          <a:bodyPr anchor="t" rtlCol="false" tIns="0" lIns="0" bIns="0" rIns="0">
            <a:spAutoFit/>
          </a:bodyPr>
          <a:lstStyle/>
          <a:p>
            <a:pPr algn="ctr">
              <a:lnSpc>
                <a:spcPts val="5242"/>
              </a:lnSpc>
            </a:pPr>
            <a:r>
              <a:rPr lang="en-US" sz="5295" spc="-476">
                <a:solidFill>
                  <a:srgbClr val="000000"/>
                </a:solidFill>
                <a:latin typeface="Poppins"/>
                <a:ea typeface="Poppins"/>
                <a:cs typeface="Poppins"/>
                <a:sym typeface="Poppins"/>
              </a:rPr>
              <a:t>Highlighters </a:t>
            </a:r>
          </a:p>
        </p:txBody>
      </p:sp>
      <p:sp>
        <p:nvSpPr>
          <p:cNvPr name="TextBox 9" id="9"/>
          <p:cNvSpPr txBox="true"/>
          <p:nvPr/>
        </p:nvSpPr>
        <p:spPr>
          <a:xfrm rot="0">
            <a:off x="7103625" y="8279446"/>
            <a:ext cx="4183266" cy="741299"/>
          </a:xfrm>
          <a:prstGeom prst="rect">
            <a:avLst/>
          </a:prstGeom>
        </p:spPr>
        <p:txBody>
          <a:bodyPr anchor="t" rtlCol="false" tIns="0" lIns="0" bIns="0" rIns="0">
            <a:spAutoFit/>
          </a:bodyPr>
          <a:lstStyle/>
          <a:p>
            <a:pPr algn="ctr">
              <a:lnSpc>
                <a:spcPts val="5242"/>
              </a:lnSpc>
            </a:pPr>
            <a:r>
              <a:rPr lang="en-US" sz="5295" spc="-476">
                <a:solidFill>
                  <a:srgbClr val="000000"/>
                </a:solidFill>
                <a:latin typeface="Poppins"/>
                <a:ea typeface="Poppins"/>
                <a:cs typeface="Poppins"/>
                <a:sym typeface="Poppins"/>
              </a:rPr>
              <a:t>A quiet place</a:t>
            </a:r>
          </a:p>
        </p:txBody>
      </p:sp>
      <p:sp>
        <p:nvSpPr>
          <p:cNvPr name="TextBox 10" id="10"/>
          <p:cNvSpPr txBox="true"/>
          <p:nvPr/>
        </p:nvSpPr>
        <p:spPr>
          <a:xfrm rot="0">
            <a:off x="12564336" y="7470298"/>
            <a:ext cx="4183266" cy="1398524"/>
          </a:xfrm>
          <a:prstGeom prst="rect">
            <a:avLst/>
          </a:prstGeom>
        </p:spPr>
        <p:txBody>
          <a:bodyPr anchor="t" rtlCol="false" tIns="0" lIns="0" bIns="0" rIns="0">
            <a:spAutoFit/>
          </a:bodyPr>
          <a:lstStyle/>
          <a:p>
            <a:pPr algn="ctr">
              <a:lnSpc>
                <a:spcPts val="5242"/>
              </a:lnSpc>
            </a:pPr>
            <a:r>
              <a:rPr lang="en-US" sz="5295" spc="-476">
                <a:solidFill>
                  <a:srgbClr val="000000"/>
                </a:solidFill>
                <a:latin typeface="Poppins"/>
                <a:ea typeface="Poppins"/>
                <a:cs typeface="Poppins"/>
                <a:sym typeface="Poppins"/>
              </a:rPr>
              <a:t>Daily devotional aid</a:t>
            </a:r>
          </a:p>
        </p:txBody>
      </p:sp>
      <p:sp>
        <p:nvSpPr>
          <p:cNvPr name="TextBox 11" id="11"/>
          <p:cNvSpPr txBox="true"/>
          <p:nvPr/>
        </p:nvSpPr>
        <p:spPr>
          <a:xfrm rot="0">
            <a:off x="12844041" y="8925972"/>
            <a:ext cx="3623856" cy="634526"/>
          </a:xfrm>
          <a:prstGeom prst="rect">
            <a:avLst/>
          </a:prstGeom>
        </p:spPr>
        <p:txBody>
          <a:bodyPr anchor="t" rtlCol="false" tIns="0" lIns="0" bIns="0" rIns="0">
            <a:spAutoFit/>
          </a:bodyPr>
          <a:lstStyle/>
          <a:p>
            <a:pPr algn="ctr">
              <a:lnSpc>
                <a:spcPts val="4541"/>
              </a:lnSpc>
            </a:pPr>
            <a:r>
              <a:rPr lang="en-US" sz="4587" spc="-412">
                <a:solidFill>
                  <a:srgbClr val="000000"/>
                </a:solidFill>
                <a:latin typeface="Poppins"/>
                <a:ea typeface="Poppins"/>
                <a:cs typeface="Poppins"/>
                <a:sym typeface="Poppins"/>
              </a:rPr>
              <a:t>(Optional)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grpSp>
        <p:nvGrpSpPr>
          <p:cNvPr name="Group 4" id="4"/>
          <p:cNvGrpSpPr/>
          <p:nvPr/>
        </p:nvGrpSpPr>
        <p:grpSpPr>
          <a:xfrm rot="0">
            <a:off x="675790" y="3817123"/>
            <a:ext cx="1254542" cy="125454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564522" y="1139520"/>
            <a:ext cx="13719285" cy="1870518"/>
          </a:xfrm>
          <a:prstGeom prst="rect">
            <a:avLst/>
          </a:prstGeom>
        </p:spPr>
        <p:txBody>
          <a:bodyPr anchor="t" rtlCol="false" tIns="0" lIns="0" bIns="0" rIns="0">
            <a:spAutoFit/>
          </a:bodyPr>
          <a:lstStyle/>
          <a:p>
            <a:pPr algn="ctr">
              <a:lnSpc>
                <a:spcPts val="13629"/>
              </a:lnSpc>
            </a:pPr>
            <a:r>
              <a:rPr lang="en-US" sz="14977">
                <a:solidFill>
                  <a:srgbClr val="EFD097"/>
                </a:solidFill>
                <a:latin typeface="League Gothic"/>
                <a:ea typeface="League Gothic"/>
                <a:cs typeface="League Gothic"/>
                <a:sym typeface="League Gothic"/>
              </a:rPr>
              <a:t>HOW DO I APPROACH GOD?</a:t>
            </a:r>
          </a:p>
        </p:txBody>
      </p:sp>
      <p:sp>
        <p:nvSpPr>
          <p:cNvPr name="TextBox 8" id="8"/>
          <p:cNvSpPr txBox="true"/>
          <p:nvPr/>
        </p:nvSpPr>
        <p:spPr>
          <a:xfrm rot="0">
            <a:off x="2114184" y="3840538"/>
            <a:ext cx="5187967" cy="1302962"/>
          </a:xfrm>
          <a:prstGeom prst="rect">
            <a:avLst/>
          </a:prstGeom>
        </p:spPr>
        <p:txBody>
          <a:bodyPr anchor="t" rtlCol="false" tIns="0" lIns="0" bIns="0" rIns="0">
            <a:spAutoFit/>
          </a:bodyPr>
          <a:lstStyle/>
          <a:p>
            <a:pPr algn="l">
              <a:lnSpc>
                <a:spcPts val="9119"/>
              </a:lnSpc>
            </a:pPr>
            <a:r>
              <a:rPr lang="en-US" sz="9212" spc="-829" b="true">
                <a:solidFill>
                  <a:srgbClr val="FFFFFF"/>
                </a:solidFill>
                <a:latin typeface="Poppins Semi-Bold"/>
                <a:ea typeface="Poppins Semi-Bold"/>
                <a:cs typeface="Poppins Semi-Bold"/>
                <a:sym typeface="Poppins Semi-Bold"/>
              </a:rPr>
              <a:t>Invitation:</a:t>
            </a:r>
          </a:p>
        </p:txBody>
      </p:sp>
      <p:sp>
        <p:nvSpPr>
          <p:cNvPr name="TextBox 9" id="9"/>
          <p:cNvSpPr txBox="true"/>
          <p:nvPr/>
        </p:nvSpPr>
        <p:spPr>
          <a:xfrm rot="0">
            <a:off x="864550" y="3902848"/>
            <a:ext cx="843202" cy="1177203"/>
          </a:xfrm>
          <a:prstGeom prst="rect">
            <a:avLst/>
          </a:prstGeom>
        </p:spPr>
        <p:txBody>
          <a:bodyPr anchor="t" rtlCol="false" tIns="0" lIns="0" bIns="0" rIns="0">
            <a:spAutoFit/>
          </a:bodyPr>
          <a:lstStyle/>
          <a:p>
            <a:pPr algn="ctr">
              <a:lnSpc>
                <a:spcPts val="8261"/>
              </a:lnSpc>
            </a:pPr>
            <a:r>
              <a:rPr lang="en-US" b="true" sz="8345" spc="-751">
                <a:solidFill>
                  <a:srgbClr val="FFFFFF"/>
                </a:solidFill>
                <a:latin typeface="Poppins Semi-Bold"/>
                <a:ea typeface="Poppins Semi-Bold"/>
                <a:cs typeface="Poppins Semi-Bold"/>
                <a:sym typeface="Poppins Semi-Bold"/>
              </a:rPr>
              <a:t>1</a:t>
            </a:r>
          </a:p>
        </p:txBody>
      </p:sp>
      <p:sp>
        <p:nvSpPr>
          <p:cNvPr name="TextBox 10" id="10"/>
          <p:cNvSpPr txBox="true"/>
          <p:nvPr/>
        </p:nvSpPr>
        <p:spPr>
          <a:xfrm rot="0">
            <a:off x="2114184" y="5575523"/>
            <a:ext cx="13368505" cy="3916437"/>
          </a:xfrm>
          <a:prstGeom prst="rect">
            <a:avLst/>
          </a:prstGeom>
        </p:spPr>
        <p:txBody>
          <a:bodyPr anchor="t" rtlCol="false" tIns="0" lIns="0" bIns="0" rIns="0">
            <a:spAutoFit/>
          </a:bodyPr>
          <a:lstStyle/>
          <a:p>
            <a:pPr algn="l">
              <a:lnSpc>
                <a:spcPts val="6031"/>
              </a:lnSpc>
            </a:pPr>
            <a:r>
              <a:rPr lang="en-US" sz="6092" spc="-548">
                <a:solidFill>
                  <a:srgbClr val="6CE5E8"/>
                </a:solidFill>
                <a:latin typeface="Poppins"/>
                <a:ea typeface="Poppins"/>
                <a:cs typeface="Poppins"/>
                <a:sym typeface="Poppins"/>
              </a:rPr>
              <a:t>Inviting the all the Great God into  your small space. We are the other place, He is the great one. If you can pray prayers in the Bible, you will have your faith lifted up - pray one these scripture back to GOD: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795748" y="1698917"/>
            <a:ext cx="13648974" cy="1880596"/>
          </a:xfrm>
          <a:prstGeom prst="rect">
            <a:avLst/>
          </a:prstGeom>
        </p:spPr>
        <p:txBody>
          <a:bodyPr anchor="t" rtlCol="false" tIns="0" lIns="0" bIns="0" rIns="0">
            <a:spAutoFit/>
          </a:bodyPr>
          <a:lstStyle/>
          <a:p>
            <a:pPr algn="l">
              <a:lnSpc>
                <a:spcPts val="6996"/>
              </a:lnSpc>
            </a:pPr>
            <a:r>
              <a:rPr lang="en-US" sz="7067" spc="-636">
                <a:solidFill>
                  <a:srgbClr val="FFFFFF"/>
                </a:solidFill>
                <a:latin typeface="Poppins"/>
                <a:ea typeface="Poppins"/>
                <a:cs typeface="Poppins"/>
                <a:sym typeface="Poppins"/>
              </a:rPr>
              <a:t>Ask for His presence and help as you read and pray:</a:t>
            </a:r>
          </a:p>
        </p:txBody>
      </p:sp>
      <p:sp>
        <p:nvSpPr>
          <p:cNvPr name="TextBox 5" id="5"/>
          <p:cNvSpPr txBox="true"/>
          <p:nvPr/>
        </p:nvSpPr>
        <p:spPr>
          <a:xfrm rot="0">
            <a:off x="10315216" y="3955418"/>
            <a:ext cx="5870604" cy="4989928"/>
          </a:xfrm>
          <a:prstGeom prst="rect">
            <a:avLst/>
          </a:prstGeom>
        </p:spPr>
        <p:txBody>
          <a:bodyPr anchor="t" rtlCol="false" tIns="0" lIns="0" bIns="0" rIns="0">
            <a:spAutoFit/>
          </a:bodyPr>
          <a:lstStyle/>
          <a:p>
            <a:pPr algn="l">
              <a:lnSpc>
                <a:spcPts val="5536"/>
              </a:lnSpc>
            </a:pPr>
            <a:r>
              <a:rPr lang="en-US" sz="5592" spc="-503">
                <a:solidFill>
                  <a:srgbClr val="6CE5E8"/>
                </a:solidFill>
                <a:latin typeface="Poppins"/>
                <a:ea typeface="Poppins"/>
                <a:cs typeface="Poppins"/>
                <a:sym typeface="Poppins"/>
              </a:rPr>
              <a:t>Isaiah 57:15 </a:t>
            </a:r>
          </a:p>
          <a:p>
            <a:pPr algn="l">
              <a:lnSpc>
                <a:spcPts val="5536"/>
              </a:lnSpc>
            </a:pPr>
            <a:r>
              <a:rPr lang="en-US" sz="5592" spc="-503">
                <a:solidFill>
                  <a:srgbClr val="6CE5E8"/>
                </a:solidFill>
                <a:latin typeface="Poppins"/>
                <a:ea typeface="Poppins"/>
                <a:cs typeface="Poppins"/>
                <a:sym typeface="Poppins"/>
              </a:rPr>
              <a:t>Matthew 11:28-30 </a:t>
            </a:r>
          </a:p>
          <a:p>
            <a:pPr algn="l">
              <a:lnSpc>
                <a:spcPts val="5536"/>
              </a:lnSpc>
            </a:pPr>
            <a:r>
              <a:rPr lang="en-US" sz="5592" spc="-503">
                <a:solidFill>
                  <a:srgbClr val="6CE5E8"/>
                </a:solidFill>
                <a:latin typeface="Poppins"/>
                <a:ea typeface="Poppins"/>
                <a:cs typeface="Poppins"/>
                <a:sym typeface="Poppins"/>
              </a:rPr>
              <a:t>John 4:23 </a:t>
            </a:r>
          </a:p>
          <a:p>
            <a:pPr algn="l">
              <a:lnSpc>
                <a:spcPts val="5536"/>
              </a:lnSpc>
            </a:pPr>
            <a:r>
              <a:rPr lang="en-US" sz="5592" spc="-503">
                <a:solidFill>
                  <a:srgbClr val="6CE5E8"/>
                </a:solidFill>
                <a:latin typeface="Poppins"/>
                <a:ea typeface="Poppins"/>
                <a:cs typeface="Poppins"/>
                <a:sym typeface="Poppins"/>
              </a:rPr>
              <a:t>Ephesians 1:17-19 </a:t>
            </a:r>
          </a:p>
          <a:p>
            <a:pPr algn="l">
              <a:lnSpc>
                <a:spcPts val="5536"/>
              </a:lnSpc>
            </a:pPr>
            <a:r>
              <a:rPr lang="en-US" sz="5592" spc="-503">
                <a:solidFill>
                  <a:srgbClr val="6CE5E8"/>
                </a:solidFill>
                <a:latin typeface="Poppins"/>
                <a:ea typeface="Poppins"/>
                <a:cs typeface="Poppins"/>
                <a:sym typeface="Poppins"/>
              </a:rPr>
              <a:t>Ephesians 3:16-21 </a:t>
            </a:r>
          </a:p>
          <a:p>
            <a:pPr algn="l">
              <a:lnSpc>
                <a:spcPts val="5536"/>
              </a:lnSpc>
            </a:pPr>
            <a:r>
              <a:rPr lang="en-US" sz="5592" spc="-503">
                <a:solidFill>
                  <a:srgbClr val="6CE5E8"/>
                </a:solidFill>
                <a:latin typeface="Poppins"/>
                <a:ea typeface="Poppins"/>
                <a:cs typeface="Poppins"/>
                <a:sym typeface="Poppins"/>
              </a:rPr>
              <a:t>Ephesians 3:19-21 </a:t>
            </a:r>
          </a:p>
          <a:p>
            <a:pPr algn="l">
              <a:lnSpc>
                <a:spcPts val="5536"/>
              </a:lnSpc>
            </a:pPr>
            <a:r>
              <a:rPr lang="en-US" sz="5592" spc="-503">
                <a:solidFill>
                  <a:srgbClr val="6CE5E8"/>
                </a:solidFill>
                <a:latin typeface="Poppins"/>
                <a:ea typeface="Poppins"/>
                <a:cs typeface="Poppins"/>
                <a:sym typeface="Poppins"/>
              </a:rPr>
              <a:t>Psalm 119:17-20</a:t>
            </a:r>
          </a:p>
        </p:txBody>
      </p:sp>
      <p:sp>
        <p:nvSpPr>
          <p:cNvPr name="TextBox 6" id="6"/>
          <p:cNvSpPr txBox="true"/>
          <p:nvPr/>
        </p:nvSpPr>
        <p:spPr>
          <a:xfrm rot="0">
            <a:off x="1795748" y="4137097"/>
            <a:ext cx="6350524" cy="4636097"/>
          </a:xfrm>
          <a:prstGeom prst="rect">
            <a:avLst/>
          </a:prstGeom>
        </p:spPr>
        <p:txBody>
          <a:bodyPr anchor="t" rtlCol="false" tIns="0" lIns="0" bIns="0" rIns="0">
            <a:spAutoFit/>
          </a:bodyPr>
          <a:lstStyle/>
          <a:p>
            <a:pPr algn="l">
              <a:lnSpc>
                <a:spcPts val="5989"/>
              </a:lnSpc>
            </a:pPr>
            <a:r>
              <a:rPr lang="en-US" sz="6049" spc="-544">
                <a:solidFill>
                  <a:srgbClr val="6CE5E8"/>
                </a:solidFill>
                <a:latin typeface="Poppins"/>
                <a:ea typeface="Poppins"/>
                <a:cs typeface="Poppins"/>
                <a:sym typeface="Poppins"/>
              </a:rPr>
              <a:t>Psalm 16:8 </a:t>
            </a:r>
          </a:p>
          <a:p>
            <a:pPr algn="l">
              <a:lnSpc>
                <a:spcPts val="5989"/>
              </a:lnSpc>
            </a:pPr>
            <a:r>
              <a:rPr lang="en-US" sz="6049" spc="-544">
                <a:solidFill>
                  <a:srgbClr val="6CE5E8"/>
                </a:solidFill>
                <a:latin typeface="Poppins"/>
                <a:ea typeface="Poppins"/>
                <a:cs typeface="Poppins"/>
                <a:sym typeface="Poppins"/>
              </a:rPr>
              <a:t>Psalms 27:4,9-10 </a:t>
            </a:r>
          </a:p>
          <a:p>
            <a:pPr algn="l">
              <a:lnSpc>
                <a:spcPts val="5989"/>
              </a:lnSpc>
            </a:pPr>
            <a:r>
              <a:rPr lang="en-US" sz="6049" spc="-544">
                <a:solidFill>
                  <a:srgbClr val="6CE5E8"/>
                </a:solidFill>
                <a:latin typeface="Poppins"/>
                <a:ea typeface="Poppins"/>
                <a:cs typeface="Poppins"/>
                <a:sym typeface="Poppins"/>
              </a:rPr>
              <a:t>Psalm 40:16-17 </a:t>
            </a:r>
          </a:p>
          <a:p>
            <a:pPr algn="l">
              <a:lnSpc>
                <a:spcPts val="5989"/>
              </a:lnSpc>
            </a:pPr>
            <a:r>
              <a:rPr lang="en-US" sz="6049" spc="-544">
                <a:solidFill>
                  <a:srgbClr val="6CE5E8"/>
                </a:solidFill>
                <a:latin typeface="Poppins"/>
                <a:ea typeface="Poppins"/>
                <a:cs typeface="Poppins"/>
                <a:sym typeface="Poppins"/>
              </a:rPr>
              <a:t>Psalm 63:1-3 Psalm 84:5-7 Psalm 103:1-2 </a:t>
            </a:r>
          </a:p>
          <a:p>
            <a:pPr algn="l">
              <a:lnSpc>
                <a:spcPts val="5989"/>
              </a:lnSpc>
            </a:pPr>
            <a:r>
              <a:rPr lang="en-US" sz="6049" spc="-544">
                <a:solidFill>
                  <a:srgbClr val="6CE5E8"/>
                </a:solidFill>
                <a:latin typeface="Poppins"/>
                <a:ea typeface="Poppins"/>
                <a:cs typeface="Poppins"/>
                <a:sym typeface="Poppins"/>
              </a:rPr>
              <a:t>Psalm 139:7-10</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grpSp>
        <p:nvGrpSpPr>
          <p:cNvPr name="Group 4" id="4"/>
          <p:cNvGrpSpPr/>
          <p:nvPr/>
        </p:nvGrpSpPr>
        <p:grpSpPr>
          <a:xfrm rot="0">
            <a:off x="675790" y="3817123"/>
            <a:ext cx="1254542" cy="125454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495545" y="1197476"/>
            <a:ext cx="14763755" cy="1900071"/>
          </a:xfrm>
          <a:prstGeom prst="rect">
            <a:avLst/>
          </a:prstGeom>
        </p:spPr>
        <p:txBody>
          <a:bodyPr anchor="t" rtlCol="false" tIns="0" lIns="0" bIns="0" rIns="0">
            <a:spAutoFit/>
          </a:bodyPr>
          <a:lstStyle/>
          <a:p>
            <a:pPr algn="ctr">
              <a:lnSpc>
                <a:spcPts val="13806"/>
              </a:lnSpc>
            </a:pPr>
            <a:r>
              <a:rPr lang="en-US" sz="15171">
                <a:solidFill>
                  <a:srgbClr val="EFD097"/>
                </a:solidFill>
                <a:latin typeface="League Gothic"/>
                <a:ea typeface="League Gothic"/>
                <a:cs typeface="League Gothic"/>
                <a:sym typeface="League Gothic"/>
              </a:rPr>
              <a:t>HOW DO I APPROACH GOD?</a:t>
            </a:r>
          </a:p>
        </p:txBody>
      </p:sp>
      <p:sp>
        <p:nvSpPr>
          <p:cNvPr name="TextBox 8" id="8"/>
          <p:cNvSpPr txBox="true"/>
          <p:nvPr/>
        </p:nvSpPr>
        <p:spPr>
          <a:xfrm rot="0">
            <a:off x="2114184" y="3840538"/>
            <a:ext cx="12142635" cy="1302962"/>
          </a:xfrm>
          <a:prstGeom prst="rect">
            <a:avLst/>
          </a:prstGeom>
        </p:spPr>
        <p:txBody>
          <a:bodyPr anchor="t" rtlCol="false" tIns="0" lIns="0" bIns="0" rIns="0">
            <a:spAutoFit/>
          </a:bodyPr>
          <a:lstStyle/>
          <a:p>
            <a:pPr algn="l">
              <a:lnSpc>
                <a:spcPts val="9119"/>
              </a:lnSpc>
            </a:pPr>
            <a:r>
              <a:rPr lang="en-US" sz="9212" spc="-829" b="true">
                <a:solidFill>
                  <a:srgbClr val="FFFFFF"/>
                </a:solidFill>
                <a:latin typeface="Poppins Semi-Bold"/>
                <a:ea typeface="Poppins Semi-Bold"/>
                <a:cs typeface="Poppins Semi-Bold"/>
                <a:sym typeface="Poppins Semi-Bold"/>
              </a:rPr>
              <a:t>Bible Plus Meditation</a:t>
            </a:r>
          </a:p>
        </p:txBody>
      </p:sp>
      <p:sp>
        <p:nvSpPr>
          <p:cNvPr name="TextBox 9" id="9"/>
          <p:cNvSpPr txBox="true"/>
          <p:nvPr/>
        </p:nvSpPr>
        <p:spPr>
          <a:xfrm rot="0">
            <a:off x="864550" y="3902848"/>
            <a:ext cx="843202" cy="1177203"/>
          </a:xfrm>
          <a:prstGeom prst="rect">
            <a:avLst/>
          </a:prstGeom>
        </p:spPr>
        <p:txBody>
          <a:bodyPr anchor="t" rtlCol="false" tIns="0" lIns="0" bIns="0" rIns="0">
            <a:spAutoFit/>
          </a:bodyPr>
          <a:lstStyle/>
          <a:p>
            <a:pPr algn="ctr">
              <a:lnSpc>
                <a:spcPts val="8261"/>
              </a:lnSpc>
            </a:pPr>
            <a:r>
              <a:rPr lang="en-US" b="true" sz="8345" spc="-751">
                <a:solidFill>
                  <a:srgbClr val="FFFFFF"/>
                </a:solidFill>
                <a:latin typeface="Poppins Semi-Bold"/>
                <a:ea typeface="Poppins Semi-Bold"/>
                <a:cs typeface="Poppins Semi-Bold"/>
                <a:sym typeface="Poppins Semi-Bold"/>
              </a:rPr>
              <a:t>2</a:t>
            </a:r>
          </a:p>
        </p:txBody>
      </p:sp>
      <p:sp>
        <p:nvSpPr>
          <p:cNvPr name="TextBox 10" id="10"/>
          <p:cNvSpPr txBox="true"/>
          <p:nvPr/>
        </p:nvSpPr>
        <p:spPr>
          <a:xfrm rot="0">
            <a:off x="2114184" y="5384042"/>
            <a:ext cx="14146653" cy="1817171"/>
          </a:xfrm>
          <a:prstGeom prst="rect">
            <a:avLst/>
          </a:prstGeom>
        </p:spPr>
        <p:txBody>
          <a:bodyPr anchor="t" rtlCol="false" tIns="0" lIns="0" bIns="0" rIns="0">
            <a:spAutoFit/>
          </a:bodyPr>
          <a:lstStyle/>
          <a:p>
            <a:pPr algn="l">
              <a:lnSpc>
                <a:spcPts val="6735"/>
              </a:lnSpc>
            </a:pPr>
            <a:r>
              <a:rPr lang="en-US" sz="6803" spc="-612">
                <a:solidFill>
                  <a:srgbClr val="6CE5E8"/>
                </a:solidFill>
                <a:latin typeface="Poppins"/>
                <a:ea typeface="Poppins"/>
                <a:cs typeface="Poppins"/>
                <a:sym typeface="Poppins"/>
              </a:rPr>
              <a:t>Choose a Scripture. Study the passage: Read 3-4 times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grpSp>
        <p:nvGrpSpPr>
          <p:cNvPr name="Group 4" id="4"/>
          <p:cNvGrpSpPr/>
          <p:nvPr/>
        </p:nvGrpSpPr>
        <p:grpSpPr>
          <a:xfrm rot="0">
            <a:off x="675790" y="3817123"/>
            <a:ext cx="1254542" cy="125454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114184" y="907295"/>
            <a:ext cx="14763755" cy="2022505"/>
          </a:xfrm>
          <a:prstGeom prst="rect">
            <a:avLst/>
          </a:prstGeom>
        </p:spPr>
        <p:txBody>
          <a:bodyPr anchor="t" rtlCol="false" tIns="0" lIns="0" bIns="0" rIns="0">
            <a:spAutoFit/>
          </a:bodyPr>
          <a:lstStyle/>
          <a:p>
            <a:pPr algn="ctr">
              <a:lnSpc>
                <a:spcPts val="14708"/>
              </a:lnSpc>
            </a:pPr>
            <a:r>
              <a:rPr lang="en-US" sz="16163">
                <a:solidFill>
                  <a:srgbClr val="EFD097"/>
                </a:solidFill>
                <a:latin typeface="League Gothic"/>
                <a:ea typeface="League Gothic"/>
                <a:cs typeface="League Gothic"/>
                <a:sym typeface="League Gothic"/>
              </a:rPr>
              <a:t>HOW DO I APPROACH GOD?</a:t>
            </a:r>
          </a:p>
        </p:txBody>
      </p:sp>
      <p:sp>
        <p:nvSpPr>
          <p:cNvPr name="TextBox 8" id="8"/>
          <p:cNvSpPr txBox="true"/>
          <p:nvPr/>
        </p:nvSpPr>
        <p:spPr>
          <a:xfrm rot="0">
            <a:off x="864550" y="3902848"/>
            <a:ext cx="843202" cy="1177203"/>
          </a:xfrm>
          <a:prstGeom prst="rect">
            <a:avLst/>
          </a:prstGeom>
        </p:spPr>
        <p:txBody>
          <a:bodyPr anchor="t" rtlCol="false" tIns="0" lIns="0" bIns="0" rIns="0">
            <a:spAutoFit/>
          </a:bodyPr>
          <a:lstStyle/>
          <a:p>
            <a:pPr algn="ctr">
              <a:lnSpc>
                <a:spcPts val="8261"/>
              </a:lnSpc>
            </a:pPr>
            <a:r>
              <a:rPr lang="en-US" b="true" sz="8345" spc="-751">
                <a:solidFill>
                  <a:srgbClr val="FFFFFF"/>
                </a:solidFill>
                <a:latin typeface="Poppins Semi-Bold"/>
                <a:ea typeface="Poppins Semi-Bold"/>
                <a:cs typeface="Poppins Semi-Bold"/>
                <a:sym typeface="Poppins Semi-Bold"/>
              </a:rPr>
              <a:t>3</a:t>
            </a:r>
          </a:p>
        </p:txBody>
      </p:sp>
      <p:sp>
        <p:nvSpPr>
          <p:cNvPr name="TextBox 9" id="9"/>
          <p:cNvSpPr txBox="true"/>
          <p:nvPr/>
        </p:nvSpPr>
        <p:spPr>
          <a:xfrm rot="0">
            <a:off x="2114184" y="3893323"/>
            <a:ext cx="15145116" cy="3717112"/>
          </a:xfrm>
          <a:prstGeom prst="rect">
            <a:avLst/>
          </a:prstGeom>
        </p:spPr>
        <p:txBody>
          <a:bodyPr anchor="t" rtlCol="false" tIns="0" lIns="0" bIns="0" rIns="0">
            <a:spAutoFit/>
          </a:bodyPr>
          <a:lstStyle/>
          <a:p>
            <a:pPr algn="l">
              <a:lnSpc>
                <a:spcPts val="7124"/>
              </a:lnSpc>
            </a:pPr>
            <a:r>
              <a:rPr lang="en-US" sz="7196" spc="-647">
                <a:solidFill>
                  <a:srgbClr val="6CE5E8"/>
                </a:solidFill>
                <a:latin typeface="Poppins"/>
                <a:ea typeface="Poppins"/>
                <a:cs typeface="Poppins"/>
                <a:sym typeface="Poppins"/>
              </a:rPr>
              <a:t> Choose a verse and paraphrase in your own words. Also, do well to memorize the verse and/or choose an appropriate memory verse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grpSp>
        <p:nvGrpSpPr>
          <p:cNvPr name="Group 4" id="4"/>
          <p:cNvGrpSpPr/>
          <p:nvPr/>
        </p:nvGrpSpPr>
        <p:grpSpPr>
          <a:xfrm rot="0">
            <a:off x="658880" y="3420288"/>
            <a:ext cx="1254542" cy="125454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F2923"/>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114184" y="907295"/>
            <a:ext cx="14763755" cy="2022505"/>
          </a:xfrm>
          <a:prstGeom prst="rect">
            <a:avLst/>
          </a:prstGeom>
        </p:spPr>
        <p:txBody>
          <a:bodyPr anchor="t" rtlCol="false" tIns="0" lIns="0" bIns="0" rIns="0">
            <a:spAutoFit/>
          </a:bodyPr>
          <a:lstStyle/>
          <a:p>
            <a:pPr algn="ctr">
              <a:lnSpc>
                <a:spcPts val="14708"/>
              </a:lnSpc>
            </a:pPr>
            <a:r>
              <a:rPr lang="en-US" sz="16163">
                <a:solidFill>
                  <a:srgbClr val="EFD097"/>
                </a:solidFill>
                <a:latin typeface="League Gothic"/>
                <a:ea typeface="League Gothic"/>
                <a:cs typeface="League Gothic"/>
                <a:sym typeface="League Gothic"/>
              </a:rPr>
              <a:t>HOW DO I APPROACH GOD?</a:t>
            </a:r>
          </a:p>
        </p:txBody>
      </p:sp>
      <p:sp>
        <p:nvSpPr>
          <p:cNvPr name="TextBox 8" id="8"/>
          <p:cNvSpPr txBox="true"/>
          <p:nvPr/>
        </p:nvSpPr>
        <p:spPr>
          <a:xfrm rot="0">
            <a:off x="847641" y="3506013"/>
            <a:ext cx="843202" cy="1177203"/>
          </a:xfrm>
          <a:prstGeom prst="rect">
            <a:avLst/>
          </a:prstGeom>
        </p:spPr>
        <p:txBody>
          <a:bodyPr anchor="t" rtlCol="false" tIns="0" lIns="0" bIns="0" rIns="0">
            <a:spAutoFit/>
          </a:bodyPr>
          <a:lstStyle/>
          <a:p>
            <a:pPr algn="ctr">
              <a:lnSpc>
                <a:spcPts val="8261"/>
              </a:lnSpc>
            </a:pPr>
            <a:r>
              <a:rPr lang="en-US" b="true" sz="8345" spc="-751">
                <a:solidFill>
                  <a:srgbClr val="FFFFFF"/>
                </a:solidFill>
                <a:latin typeface="Poppins Semi-Bold"/>
                <a:ea typeface="Poppins Semi-Bold"/>
                <a:cs typeface="Poppins Semi-Bold"/>
                <a:sym typeface="Poppins Semi-Bold"/>
              </a:rPr>
              <a:t>4</a:t>
            </a:r>
          </a:p>
        </p:txBody>
      </p:sp>
      <p:sp>
        <p:nvSpPr>
          <p:cNvPr name="TextBox 9" id="9"/>
          <p:cNvSpPr txBox="true"/>
          <p:nvPr/>
        </p:nvSpPr>
        <p:spPr>
          <a:xfrm rot="0">
            <a:off x="2114184" y="3478220"/>
            <a:ext cx="15145116" cy="2488470"/>
          </a:xfrm>
          <a:prstGeom prst="rect">
            <a:avLst/>
          </a:prstGeom>
        </p:spPr>
        <p:txBody>
          <a:bodyPr anchor="t" rtlCol="false" tIns="0" lIns="0" bIns="0" rIns="0">
            <a:spAutoFit/>
          </a:bodyPr>
          <a:lstStyle/>
          <a:p>
            <a:pPr algn="l">
              <a:lnSpc>
                <a:spcPts val="9205"/>
              </a:lnSpc>
            </a:pPr>
            <a:r>
              <a:rPr lang="en-US" sz="9298" spc="-836" b="true">
                <a:solidFill>
                  <a:srgbClr val="FFFFFF"/>
                </a:solidFill>
                <a:latin typeface="Poppins Bold"/>
                <a:ea typeface="Poppins Bold"/>
                <a:cs typeface="Poppins Bold"/>
                <a:sym typeface="Poppins Bold"/>
              </a:rPr>
              <a:t> Meditate and write answers to the following questions:</a:t>
            </a:r>
          </a:p>
        </p:txBody>
      </p:sp>
      <p:sp>
        <p:nvSpPr>
          <p:cNvPr name="TextBox 10" id="10"/>
          <p:cNvSpPr txBox="true"/>
          <p:nvPr/>
        </p:nvSpPr>
        <p:spPr>
          <a:xfrm rot="0">
            <a:off x="1269242" y="6281008"/>
            <a:ext cx="14235230" cy="3414960"/>
          </a:xfrm>
          <a:prstGeom prst="rect">
            <a:avLst/>
          </a:prstGeom>
        </p:spPr>
        <p:txBody>
          <a:bodyPr anchor="t" rtlCol="false" tIns="0" lIns="0" bIns="0" rIns="0">
            <a:spAutoFit/>
          </a:bodyPr>
          <a:lstStyle/>
          <a:p>
            <a:pPr algn="ctr">
              <a:lnSpc>
                <a:spcPts val="6550"/>
              </a:lnSpc>
            </a:pPr>
            <a:r>
              <a:rPr lang="en-US" sz="6616" spc="-595">
                <a:solidFill>
                  <a:srgbClr val="6CE5E8"/>
                </a:solidFill>
                <a:latin typeface="Poppins"/>
                <a:ea typeface="Poppins"/>
                <a:cs typeface="Poppins"/>
                <a:sym typeface="Poppins"/>
              </a:rPr>
              <a:t> </a:t>
            </a:r>
            <a:r>
              <a:rPr lang="en-US" sz="6616" spc="-595">
                <a:solidFill>
                  <a:srgbClr val="EFD097"/>
                </a:solidFill>
                <a:latin typeface="Poppins"/>
                <a:ea typeface="Poppins"/>
                <a:cs typeface="Poppins"/>
                <a:sym typeface="Poppins"/>
              </a:rPr>
              <a:t>a) </a:t>
            </a:r>
            <a:r>
              <a:rPr lang="en-US" sz="6616" spc="-595">
                <a:solidFill>
                  <a:srgbClr val="6CE5E8"/>
                </a:solidFill>
                <a:latin typeface="Poppins"/>
                <a:ea typeface="Poppins"/>
                <a:cs typeface="Poppins"/>
                <a:sym typeface="Poppins"/>
              </a:rPr>
              <a:t>What should I praise God for? list what it says about; God (the Father, Son and Holy Spirit), Yourself, Examples to follow, Promises to claim</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028700" y="2423758"/>
            <a:ext cx="14808365" cy="1514191"/>
          </a:xfrm>
          <a:prstGeom prst="rect">
            <a:avLst/>
          </a:prstGeom>
        </p:spPr>
        <p:txBody>
          <a:bodyPr anchor="t" rtlCol="false" tIns="0" lIns="0" bIns="0" rIns="0">
            <a:spAutoFit/>
          </a:bodyPr>
          <a:lstStyle/>
          <a:p>
            <a:pPr algn="l">
              <a:lnSpc>
                <a:spcPts val="10596"/>
              </a:lnSpc>
            </a:pPr>
            <a:r>
              <a:rPr lang="en-US" sz="10703" spc="-963">
                <a:solidFill>
                  <a:srgbClr val="EFD097"/>
                </a:solidFill>
                <a:latin typeface="Poppins"/>
                <a:ea typeface="Poppins"/>
                <a:cs typeface="Poppins"/>
                <a:sym typeface="Poppins"/>
              </a:rPr>
              <a:t>b) </a:t>
            </a:r>
            <a:r>
              <a:rPr lang="en-US" sz="10703" spc="-963">
                <a:solidFill>
                  <a:srgbClr val="6CE5E8"/>
                </a:solidFill>
                <a:latin typeface="Poppins"/>
                <a:ea typeface="Poppins"/>
                <a:cs typeface="Poppins"/>
                <a:sym typeface="Poppins"/>
              </a:rPr>
              <a:t>What should I confess?</a:t>
            </a:r>
          </a:p>
        </p:txBody>
      </p:sp>
      <p:sp>
        <p:nvSpPr>
          <p:cNvPr name="TextBox 5" id="5"/>
          <p:cNvSpPr txBox="true"/>
          <p:nvPr/>
        </p:nvSpPr>
        <p:spPr>
          <a:xfrm rot="0">
            <a:off x="1028700" y="4810220"/>
            <a:ext cx="16054410" cy="2719493"/>
          </a:xfrm>
          <a:prstGeom prst="rect">
            <a:avLst/>
          </a:prstGeom>
        </p:spPr>
        <p:txBody>
          <a:bodyPr anchor="t" rtlCol="false" tIns="0" lIns="0" bIns="0" rIns="0">
            <a:spAutoFit/>
          </a:bodyPr>
          <a:lstStyle/>
          <a:p>
            <a:pPr algn="l">
              <a:lnSpc>
                <a:spcPts val="10080"/>
              </a:lnSpc>
            </a:pPr>
            <a:r>
              <a:rPr lang="en-US" sz="10182" spc="-916">
                <a:solidFill>
                  <a:srgbClr val="6CE5E8"/>
                </a:solidFill>
                <a:latin typeface="Poppins"/>
                <a:ea typeface="Poppins"/>
                <a:cs typeface="Poppins"/>
                <a:sym typeface="Poppins"/>
              </a:rPr>
              <a:t> </a:t>
            </a:r>
            <a:r>
              <a:rPr lang="en-US" sz="10182" spc="-916">
                <a:solidFill>
                  <a:srgbClr val="EFD097"/>
                </a:solidFill>
                <a:latin typeface="Poppins"/>
                <a:ea typeface="Poppins"/>
                <a:cs typeface="Poppins"/>
                <a:sym typeface="Poppins"/>
              </a:rPr>
              <a:t>c) </a:t>
            </a:r>
            <a:r>
              <a:rPr lang="en-US" sz="10182" spc="-916">
                <a:solidFill>
                  <a:srgbClr val="6CE5E8"/>
                </a:solidFill>
                <a:latin typeface="Poppins"/>
                <a:ea typeface="Poppins"/>
                <a:cs typeface="Poppins"/>
                <a:sym typeface="Poppins"/>
              </a:rPr>
              <a:t>What need do I have? How should I ask God?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028700" y="1528652"/>
            <a:ext cx="16230600" cy="6886291"/>
          </a:xfrm>
          <a:prstGeom prst="rect">
            <a:avLst/>
          </a:prstGeom>
        </p:spPr>
        <p:txBody>
          <a:bodyPr anchor="t" rtlCol="false" tIns="0" lIns="0" bIns="0" rIns="0">
            <a:spAutoFit/>
          </a:bodyPr>
          <a:lstStyle/>
          <a:p>
            <a:pPr algn="l">
              <a:lnSpc>
                <a:spcPts val="10596"/>
              </a:lnSpc>
            </a:pPr>
            <a:r>
              <a:rPr lang="en-US" sz="10703" spc="-963">
                <a:solidFill>
                  <a:srgbClr val="EFD097"/>
                </a:solidFill>
                <a:latin typeface="Poppins"/>
                <a:ea typeface="Poppins"/>
                <a:cs typeface="Poppins"/>
                <a:sym typeface="Poppins"/>
              </a:rPr>
              <a:t>d) </a:t>
            </a:r>
            <a:r>
              <a:rPr lang="en-US" sz="10703" spc="-963">
                <a:solidFill>
                  <a:srgbClr val="6CE5E8"/>
                </a:solidFill>
                <a:latin typeface="Poppins"/>
                <a:ea typeface="Poppins"/>
                <a:cs typeface="Poppins"/>
                <a:sym typeface="Poppins"/>
              </a:rPr>
              <a:t>How is Jesus Christ and His grace crucial to helping me overcome the sin I have confessed or the need I have identified?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243230" y="2845549"/>
            <a:ext cx="15801540" cy="4691152"/>
          </a:xfrm>
          <a:prstGeom prst="rect">
            <a:avLst/>
          </a:prstGeom>
        </p:spPr>
        <p:txBody>
          <a:bodyPr anchor="t" rtlCol="false" tIns="0" lIns="0" bIns="0" rIns="0">
            <a:spAutoFit/>
          </a:bodyPr>
          <a:lstStyle/>
          <a:p>
            <a:pPr algn="l">
              <a:lnSpc>
                <a:spcPts val="8985"/>
              </a:lnSpc>
            </a:pPr>
            <a:r>
              <a:rPr lang="en-US" sz="9075" spc="-816">
                <a:solidFill>
                  <a:srgbClr val="EFD097"/>
                </a:solidFill>
                <a:latin typeface="Poppins"/>
                <a:ea typeface="Poppins"/>
                <a:cs typeface="Poppins"/>
                <a:sym typeface="Poppins"/>
              </a:rPr>
              <a:t>e) </a:t>
            </a:r>
            <a:r>
              <a:rPr lang="en-US" sz="9075" spc="-816">
                <a:solidFill>
                  <a:srgbClr val="6CE5E8"/>
                </a:solidFill>
                <a:latin typeface="Poppins"/>
                <a:ea typeface="Poppins"/>
                <a:cs typeface="Poppins"/>
                <a:sym typeface="Poppins"/>
              </a:rPr>
              <a:t>How would this change my life if I took it seriously– if this truth was fully alive and effective in my inner being?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243230" y="1900339"/>
            <a:ext cx="15801540" cy="2418979"/>
          </a:xfrm>
          <a:prstGeom prst="rect">
            <a:avLst/>
          </a:prstGeom>
        </p:spPr>
        <p:txBody>
          <a:bodyPr anchor="t" rtlCol="false" tIns="0" lIns="0" bIns="0" rIns="0">
            <a:spAutoFit/>
          </a:bodyPr>
          <a:lstStyle/>
          <a:p>
            <a:pPr algn="l">
              <a:lnSpc>
                <a:spcPts val="8985"/>
              </a:lnSpc>
            </a:pPr>
            <a:r>
              <a:rPr lang="en-US" sz="9075" spc="-816">
                <a:solidFill>
                  <a:srgbClr val="6CE5E8"/>
                </a:solidFill>
                <a:latin typeface="Poppins"/>
                <a:ea typeface="Poppins"/>
                <a:cs typeface="Poppins"/>
                <a:sym typeface="Poppins"/>
              </a:rPr>
              <a:t>Why might God be showing me this now? </a:t>
            </a:r>
          </a:p>
        </p:txBody>
      </p:sp>
      <p:sp>
        <p:nvSpPr>
          <p:cNvPr name="TextBox 5" id="5"/>
          <p:cNvSpPr txBox="true"/>
          <p:nvPr/>
        </p:nvSpPr>
        <p:spPr>
          <a:xfrm rot="0">
            <a:off x="1243230" y="4830900"/>
            <a:ext cx="15395851" cy="3555066"/>
          </a:xfrm>
          <a:prstGeom prst="rect">
            <a:avLst/>
          </a:prstGeom>
        </p:spPr>
        <p:txBody>
          <a:bodyPr anchor="t" rtlCol="false" tIns="0" lIns="0" bIns="0" rIns="0">
            <a:spAutoFit/>
          </a:bodyPr>
          <a:lstStyle/>
          <a:p>
            <a:pPr algn="l">
              <a:lnSpc>
                <a:spcPts val="8985"/>
              </a:lnSpc>
            </a:pPr>
            <a:r>
              <a:rPr lang="en-US" sz="9075" spc="-816">
                <a:solidFill>
                  <a:srgbClr val="6CE5E8"/>
                </a:solidFill>
                <a:latin typeface="Poppins"/>
                <a:ea typeface="Poppins"/>
                <a:cs typeface="Poppins"/>
                <a:sym typeface="Poppins"/>
              </a:rPr>
              <a:t>What is going on in my life right now that God is speaking to me about?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627620" y="1668350"/>
            <a:ext cx="17032759" cy="7055076"/>
          </a:xfrm>
          <a:prstGeom prst="rect">
            <a:avLst/>
          </a:prstGeom>
        </p:spPr>
        <p:txBody>
          <a:bodyPr anchor="t" rtlCol="false" tIns="0" lIns="0" bIns="0" rIns="0">
            <a:spAutoFit/>
          </a:bodyPr>
          <a:lstStyle/>
          <a:p>
            <a:pPr algn="ctr">
              <a:lnSpc>
                <a:spcPts val="9083"/>
              </a:lnSpc>
            </a:pPr>
            <a:r>
              <a:rPr lang="en-US" sz="9175" spc="-825">
                <a:solidFill>
                  <a:srgbClr val="EFD097"/>
                </a:solidFill>
                <a:latin typeface="Poppins"/>
                <a:ea typeface="Poppins"/>
                <a:cs typeface="Poppins"/>
                <a:sym typeface="Poppins"/>
              </a:rPr>
              <a:t>NOTE: </a:t>
            </a:r>
            <a:r>
              <a:rPr lang="en-US" sz="9175" spc="-825">
                <a:solidFill>
                  <a:srgbClr val="FFFFFF"/>
                </a:solidFill>
                <a:latin typeface="Poppins"/>
                <a:ea typeface="Poppins"/>
                <a:cs typeface="Poppins"/>
                <a:sym typeface="Poppins"/>
              </a:rPr>
              <a:t>If you can't do that, then you have nothing to share with people. Do this for yourself and do it for others. This is the apostolic questioning that will change the world.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028700" y="959608"/>
            <a:ext cx="16230600" cy="8207601"/>
          </a:xfrm>
          <a:prstGeom prst="rect">
            <a:avLst/>
          </a:prstGeom>
        </p:spPr>
        <p:txBody>
          <a:bodyPr anchor="t" rtlCol="false" tIns="0" lIns="0" bIns="0" rIns="0">
            <a:spAutoFit/>
          </a:bodyPr>
          <a:lstStyle/>
          <a:p>
            <a:pPr algn="ctr">
              <a:lnSpc>
                <a:spcPts val="9083"/>
              </a:lnSpc>
            </a:pPr>
            <a:r>
              <a:rPr lang="en-US" sz="9175" spc="-825">
                <a:solidFill>
                  <a:srgbClr val="6CE5E8"/>
                </a:solidFill>
                <a:latin typeface="Poppins"/>
                <a:ea typeface="Poppins"/>
                <a:cs typeface="Poppins"/>
                <a:sym typeface="Poppins"/>
              </a:rPr>
              <a:t>Matt. 11:12 – the Kingdom of heaven is forcefully advancing from the birth of Christ; the kingdom of heaven is advancing when early in the morning, people are asking that question (e).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028700" y="2223136"/>
            <a:ext cx="16230600" cy="6525072"/>
          </a:xfrm>
          <a:prstGeom prst="rect">
            <a:avLst/>
          </a:prstGeom>
        </p:spPr>
        <p:txBody>
          <a:bodyPr anchor="t" rtlCol="false" tIns="0" lIns="0" bIns="0" rIns="0">
            <a:spAutoFit/>
          </a:bodyPr>
          <a:lstStyle/>
          <a:p>
            <a:pPr algn="ctr">
              <a:lnSpc>
                <a:spcPts val="10024"/>
              </a:lnSpc>
            </a:pPr>
            <a:r>
              <a:rPr lang="en-US" sz="10125" spc="-911">
                <a:solidFill>
                  <a:srgbClr val="FFFFFF"/>
                </a:solidFill>
                <a:latin typeface="Poppins"/>
                <a:ea typeface="Poppins"/>
                <a:cs typeface="Poppins"/>
                <a:sym typeface="Poppins"/>
              </a:rPr>
              <a:t>Any other ministry is dependent on that. This is where you can prophecy – declare what your your life will look like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792455"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028700" y="3846985"/>
            <a:ext cx="15801540" cy="4479445"/>
          </a:xfrm>
          <a:prstGeom prst="rect">
            <a:avLst/>
          </a:prstGeom>
        </p:spPr>
        <p:txBody>
          <a:bodyPr anchor="t" rtlCol="false" tIns="0" lIns="0" bIns="0" rIns="0">
            <a:spAutoFit/>
          </a:bodyPr>
          <a:lstStyle/>
          <a:p>
            <a:pPr algn="ctr">
              <a:lnSpc>
                <a:spcPts val="8585"/>
              </a:lnSpc>
            </a:pPr>
            <a:r>
              <a:rPr lang="en-US" sz="8672" spc="-780">
                <a:solidFill>
                  <a:srgbClr val="6CE5E8"/>
                </a:solidFill>
                <a:latin typeface="Poppins"/>
                <a:ea typeface="Poppins"/>
                <a:cs typeface="Poppins"/>
                <a:sym typeface="Poppins"/>
              </a:rPr>
              <a:t>Pray through each of the meditations that God will give you grace that the fruit will flow out of your life</a:t>
            </a:r>
          </a:p>
        </p:txBody>
      </p:sp>
      <p:sp>
        <p:nvSpPr>
          <p:cNvPr name="TextBox 5" id="5"/>
          <p:cNvSpPr txBox="true"/>
          <p:nvPr/>
        </p:nvSpPr>
        <p:spPr>
          <a:xfrm rot="0">
            <a:off x="6227504" y="1466850"/>
            <a:ext cx="4824376" cy="2022505"/>
          </a:xfrm>
          <a:prstGeom prst="rect">
            <a:avLst/>
          </a:prstGeom>
        </p:spPr>
        <p:txBody>
          <a:bodyPr anchor="t" rtlCol="false" tIns="0" lIns="0" bIns="0" rIns="0">
            <a:spAutoFit/>
          </a:bodyPr>
          <a:lstStyle/>
          <a:p>
            <a:pPr algn="ctr">
              <a:lnSpc>
                <a:spcPts val="14708"/>
              </a:lnSpc>
            </a:pPr>
            <a:r>
              <a:rPr lang="en-US" sz="16163">
                <a:solidFill>
                  <a:srgbClr val="EFD097"/>
                </a:solidFill>
                <a:latin typeface="League Gothic"/>
                <a:ea typeface="League Gothic"/>
                <a:cs typeface="League Gothic"/>
                <a:sym typeface="League Gothic"/>
              </a:rPr>
              <a:t>PRAYER</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197" r="0" b="-14197"/>
            </a:stretch>
          </a:blipFill>
        </p:spPr>
      </p:sp>
      <p:sp>
        <p:nvSpPr>
          <p:cNvPr name="Freeform 3" id="3"/>
          <p:cNvSpPr/>
          <p:nvPr/>
        </p:nvSpPr>
        <p:spPr>
          <a:xfrm flipH="false" flipV="false" rot="0">
            <a:off x="15630274" y="8588810"/>
            <a:ext cx="2075569" cy="1338981"/>
          </a:xfrm>
          <a:custGeom>
            <a:avLst/>
            <a:gdLst/>
            <a:ahLst/>
            <a:cxnLst/>
            <a:rect r="r" b="b" t="t" l="l"/>
            <a:pathLst>
              <a:path h="1338981" w="2075569">
                <a:moveTo>
                  <a:pt x="0" y="0"/>
                </a:moveTo>
                <a:lnTo>
                  <a:pt x="2075569" y="0"/>
                </a:lnTo>
                <a:lnTo>
                  <a:pt x="2075569" y="1338980"/>
                </a:lnTo>
                <a:lnTo>
                  <a:pt x="0" y="1338980"/>
                </a:lnTo>
                <a:lnTo>
                  <a:pt x="0" y="0"/>
                </a:lnTo>
                <a:close/>
              </a:path>
            </a:pathLst>
          </a:custGeom>
          <a:blipFill>
            <a:blip r:embed="rId3"/>
            <a:stretch>
              <a:fillRect l="-28344" t="-60257" r="-34238" b="-91763"/>
            </a:stretch>
          </a:blipFill>
        </p:spPr>
      </p:sp>
      <p:sp>
        <p:nvSpPr>
          <p:cNvPr name="TextBox 4" id="4"/>
          <p:cNvSpPr txBox="true"/>
          <p:nvPr/>
        </p:nvSpPr>
        <p:spPr>
          <a:xfrm rot="0">
            <a:off x="1608256" y="3013105"/>
            <a:ext cx="13882560" cy="973297"/>
          </a:xfrm>
          <a:prstGeom prst="rect">
            <a:avLst/>
          </a:prstGeom>
        </p:spPr>
        <p:txBody>
          <a:bodyPr anchor="t" rtlCol="false" tIns="0" lIns="0" bIns="0" rIns="0">
            <a:spAutoFit/>
          </a:bodyPr>
          <a:lstStyle/>
          <a:p>
            <a:pPr algn="l">
              <a:lnSpc>
                <a:spcPts val="6782"/>
              </a:lnSpc>
            </a:pPr>
            <a:r>
              <a:rPr lang="en-US" b="true" sz="6851" spc="-616">
                <a:solidFill>
                  <a:srgbClr val="FFFFFF"/>
                </a:solidFill>
                <a:latin typeface="Poppins Bold"/>
                <a:ea typeface="Poppins Bold"/>
                <a:cs typeface="Poppins Bold"/>
                <a:sym typeface="Poppins Bold"/>
              </a:rPr>
              <a:t>For each episode of your Quiet Time;</a:t>
            </a:r>
          </a:p>
        </p:txBody>
      </p:sp>
      <p:sp>
        <p:nvSpPr>
          <p:cNvPr name="TextBox 5" id="5"/>
          <p:cNvSpPr txBox="true"/>
          <p:nvPr/>
        </p:nvSpPr>
        <p:spPr>
          <a:xfrm rot="0">
            <a:off x="6372393" y="1047215"/>
            <a:ext cx="6864912" cy="1899215"/>
          </a:xfrm>
          <a:prstGeom prst="rect">
            <a:avLst/>
          </a:prstGeom>
        </p:spPr>
        <p:txBody>
          <a:bodyPr anchor="t" rtlCol="false" tIns="0" lIns="0" bIns="0" rIns="0">
            <a:spAutoFit/>
          </a:bodyPr>
          <a:lstStyle/>
          <a:p>
            <a:pPr algn="ctr">
              <a:lnSpc>
                <a:spcPts val="13801"/>
              </a:lnSpc>
            </a:pPr>
            <a:r>
              <a:rPr lang="en-US" sz="15166">
                <a:solidFill>
                  <a:srgbClr val="EFD097"/>
                </a:solidFill>
                <a:latin typeface="League Gothic"/>
                <a:ea typeface="League Gothic"/>
                <a:cs typeface="League Gothic"/>
                <a:sym typeface="League Gothic"/>
              </a:rPr>
              <a:t>CONCLUSION</a:t>
            </a:r>
          </a:p>
        </p:txBody>
      </p:sp>
      <p:sp>
        <p:nvSpPr>
          <p:cNvPr name="TextBox 6" id="6"/>
          <p:cNvSpPr txBox="true"/>
          <p:nvPr/>
        </p:nvSpPr>
        <p:spPr>
          <a:xfrm rot="0">
            <a:off x="1619941" y="4467245"/>
            <a:ext cx="15048117" cy="789018"/>
          </a:xfrm>
          <a:prstGeom prst="rect">
            <a:avLst/>
          </a:prstGeom>
        </p:spPr>
        <p:txBody>
          <a:bodyPr anchor="t" rtlCol="false" tIns="0" lIns="0" bIns="0" rIns="0">
            <a:spAutoFit/>
          </a:bodyPr>
          <a:lstStyle/>
          <a:p>
            <a:pPr algn="l">
              <a:lnSpc>
                <a:spcPts val="5599"/>
              </a:lnSpc>
            </a:pPr>
            <a:r>
              <a:rPr lang="en-US" sz="5655" spc="-509">
                <a:solidFill>
                  <a:srgbClr val="6CE5E8"/>
                </a:solidFill>
                <a:latin typeface="Poppins"/>
                <a:ea typeface="Poppins"/>
                <a:cs typeface="Poppins"/>
                <a:sym typeface="Poppins"/>
              </a:rPr>
              <a:t>Enjoy the uncommon fellowship with your LORD.</a:t>
            </a:r>
          </a:p>
        </p:txBody>
      </p:sp>
      <p:sp>
        <p:nvSpPr>
          <p:cNvPr name="TextBox 7" id="7"/>
          <p:cNvSpPr txBox="true"/>
          <p:nvPr/>
        </p:nvSpPr>
        <p:spPr>
          <a:xfrm rot="0">
            <a:off x="1619941" y="5865863"/>
            <a:ext cx="15048117" cy="1493868"/>
          </a:xfrm>
          <a:prstGeom prst="rect">
            <a:avLst/>
          </a:prstGeom>
        </p:spPr>
        <p:txBody>
          <a:bodyPr anchor="t" rtlCol="false" tIns="0" lIns="0" bIns="0" rIns="0">
            <a:spAutoFit/>
          </a:bodyPr>
          <a:lstStyle/>
          <a:p>
            <a:pPr algn="l">
              <a:lnSpc>
                <a:spcPts val="5599"/>
              </a:lnSpc>
            </a:pPr>
            <a:r>
              <a:rPr lang="en-US" sz="5655" spc="-509">
                <a:solidFill>
                  <a:srgbClr val="6CE5E8"/>
                </a:solidFill>
                <a:latin typeface="Poppins"/>
                <a:ea typeface="Poppins"/>
                <a:cs typeface="Poppins"/>
                <a:sym typeface="Poppins"/>
              </a:rPr>
              <a:t>Take note of the life's principles from the Word of God.</a:t>
            </a:r>
          </a:p>
        </p:txBody>
      </p:sp>
      <p:sp>
        <p:nvSpPr>
          <p:cNvPr name="TextBox 8" id="8"/>
          <p:cNvSpPr txBox="true"/>
          <p:nvPr/>
        </p:nvSpPr>
        <p:spPr>
          <a:xfrm rot="0">
            <a:off x="1619941" y="7764432"/>
            <a:ext cx="15048117" cy="1493868"/>
          </a:xfrm>
          <a:prstGeom prst="rect">
            <a:avLst/>
          </a:prstGeom>
        </p:spPr>
        <p:txBody>
          <a:bodyPr anchor="t" rtlCol="false" tIns="0" lIns="0" bIns="0" rIns="0">
            <a:spAutoFit/>
          </a:bodyPr>
          <a:lstStyle/>
          <a:p>
            <a:pPr algn="l">
              <a:lnSpc>
                <a:spcPts val="5599"/>
              </a:lnSpc>
            </a:pPr>
            <a:r>
              <a:rPr lang="en-US" sz="5655" spc="-509">
                <a:solidFill>
                  <a:srgbClr val="6CE5E8"/>
                </a:solidFill>
                <a:latin typeface="Poppins"/>
                <a:ea typeface="Poppins"/>
                <a:cs typeface="Poppins"/>
                <a:sym typeface="Poppins"/>
              </a:rPr>
              <a:t> Receive those necessary instructions for walk with the LORD</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222546"/>
        </a:solidFill>
      </p:bgPr>
    </p:bg>
    <p:spTree>
      <p:nvGrpSpPr>
        <p:cNvPr id="1" name=""/>
        <p:cNvGrpSpPr/>
        <p:nvPr/>
      </p:nvGrpSpPr>
      <p:grpSpPr>
        <a:xfrm>
          <a:off x="0" y="0"/>
          <a:ext cx="0" cy="0"/>
          <a:chOff x="0" y="0"/>
          <a:chExt cx="0" cy="0"/>
        </a:xfrm>
      </p:grpSpPr>
      <p:sp>
        <p:nvSpPr>
          <p:cNvPr name="Freeform 2" id="2"/>
          <p:cNvSpPr/>
          <p:nvPr/>
        </p:nvSpPr>
        <p:spPr>
          <a:xfrm flipH="false" flipV="false" rot="0">
            <a:off x="611952" y="0"/>
            <a:ext cx="17064096" cy="10287000"/>
          </a:xfrm>
          <a:custGeom>
            <a:avLst/>
            <a:gdLst/>
            <a:ahLst/>
            <a:cxnLst/>
            <a:rect r="r" b="b" t="t" l="l"/>
            <a:pathLst>
              <a:path h="10287000" w="17064096">
                <a:moveTo>
                  <a:pt x="0" y="0"/>
                </a:moveTo>
                <a:lnTo>
                  <a:pt x="17064096" y="0"/>
                </a:lnTo>
                <a:lnTo>
                  <a:pt x="17064096" y="10287000"/>
                </a:lnTo>
                <a:lnTo>
                  <a:pt x="0" y="10287000"/>
                </a:lnTo>
                <a:lnTo>
                  <a:pt x="0" y="0"/>
                </a:lnTo>
                <a:close/>
              </a:path>
            </a:pathLst>
          </a:custGeom>
          <a:blipFill>
            <a:blip r:embed="rId2"/>
            <a:stretch>
              <a:fillRect l="0" t="-1837" r="0" b="-1837"/>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846A56"/>
        </a:solidFill>
      </p:bgPr>
    </p:bg>
    <p:spTree>
      <p:nvGrpSpPr>
        <p:cNvPr id="1" name=""/>
        <p:cNvGrpSpPr/>
        <p:nvPr/>
      </p:nvGrpSpPr>
      <p:grpSpPr>
        <a:xfrm>
          <a:off x="0" y="0"/>
          <a:ext cx="0" cy="0"/>
          <a:chOff x="0" y="0"/>
          <a:chExt cx="0" cy="0"/>
        </a:xfrm>
      </p:grpSpPr>
      <p:sp>
        <p:nvSpPr>
          <p:cNvPr name="Freeform 2" id="2"/>
          <p:cNvSpPr/>
          <p:nvPr/>
        </p:nvSpPr>
        <p:spPr>
          <a:xfrm flipH="false" flipV="false" rot="0">
            <a:off x="2086024" y="0"/>
            <a:ext cx="14115952" cy="10287000"/>
          </a:xfrm>
          <a:custGeom>
            <a:avLst/>
            <a:gdLst/>
            <a:ahLst/>
            <a:cxnLst/>
            <a:rect r="r" b="b" t="t" l="l"/>
            <a:pathLst>
              <a:path h="10287000" w="14115952">
                <a:moveTo>
                  <a:pt x="0" y="0"/>
                </a:moveTo>
                <a:lnTo>
                  <a:pt x="14115952" y="0"/>
                </a:lnTo>
                <a:lnTo>
                  <a:pt x="14115952"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8638839"/>
            <a:ext cx="4286578" cy="874917"/>
            <a:chOff x="0" y="0"/>
            <a:chExt cx="1128975" cy="230431"/>
          </a:xfrm>
        </p:grpSpPr>
        <p:sp>
          <p:nvSpPr>
            <p:cNvPr name="Freeform 4" id="4"/>
            <p:cNvSpPr/>
            <p:nvPr/>
          </p:nvSpPr>
          <p:spPr>
            <a:xfrm flipH="false" flipV="false" rot="0">
              <a:off x="0" y="0"/>
              <a:ext cx="1128975" cy="230431"/>
            </a:xfrm>
            <a:custGeom>
              <a:avLst/>
              <a:gdLst/>
              <a:ahLst/>
              <a:cxnLst/>
              <a:rect r="r" b="b" t="t" l="l"/>
              <a:pathLst>
                <a:path h="230431" w="1128975">
                  <a:moveTo>
                    <a:pt x="0" y="0"/>
                  </a:moveTo>
                  <a:lnTo>
                    <a:pt x="1128975" y="0"/>
                  </a:lnTo>
                  <a:lnTo>
                    <a:pt x="1128975" y="230431"/>
                  </a:lnTo>
                  <a:lnTo>
                    <a:pt x="0" y="230431"/>
                  </a:lnTo>
                  <a:close/>
                </a:path>
              </a:pathLst>
            </a:custGeom>
            <a:solidFill>
              <a:srgbClr val="322B2C"/>
            </a:solidFill>
          </p:spPr>
        </p:sp>
        <p:sp>
          <p:nvSpPr>
            <p:cNvPr name="TextBox 5" id="5"/>
            <p:cNvSpPr txBox="true"/>
            <p:nvPr/>
          </p:nvSpPr>
          <p:spPr>
            <a:xfrm>
              <a:off x="0" y="-47625"/>
              <a:ext cx="1128975" cy="27805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144711" y="8638839"/>
            <a:ext cx="4286578" cy="874917"/>
            <a:chOff x="0" y="0"/>
            <a:chExt cx="1128975" cy="230431"/>
          </a:xfrm>
        </p:grpSpPr>
        <p:sp>
          <p:nvSpPr>
            <p:cNvPr name="Freeform 7" id="7"/>
            <p:cNvSpPr/>
            <p:nvPr/>
          </p:nvSpPr>
          <p:spPr>
            <a:xfrm flipH="false" flipV="false" rot="0">
              <a:off x="0" y="0"/>
              <a:ext cx="1128975" cy="230431"/>
            </a:xfrm>
            <a:custGeom>
              <a:avLst/>
              <a:gdLst/>
              <a:ahLst/>
              <a:cxnLst/>
              <a:rect r="r" b="b" t="t" l="l"/>
              <a:pathLst>
                <a:path h="230431" w="1128975">
                  <a:moveTo>
                    <a:pt x="0" y="0"/>
                  </a:moveTo>
                  <a:lnTo>
                    <a:pt x="1128975" y="0"/>
                  </a:lnTo>
                  <a:lnTo>
                    <a:pt x="1128975" y="230431"/>
                  </a:lnTo>
                  <a:lnTo>
                    <a:pt x="0" y="230431"/>
                  </a:lnTo>
                  <a:close/>
                </a:path>
              </a:pathLst>
            </a:custGeom>
            <a:solidFill>
              <a:srgbClr val="322B2C"/>
            </a:solidFill>
          </p:spPr>
        </p:sp>
        <p:sp>
          <p:nvSpPr>
            <p:cNvPr name="TextBox 8" id="8"/>
            <p:cNvSpPr txBox="true"/>
            <p:nvPr/>
          </p:nvSpPr>
          <p:spPr>
            <a:xfrm>
              <a:off x="0" y="-47625"/>
              <a:ext cx="1128975" cy="27805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DAGlv18zTx0</dc:identifier>
  <dcterms:modified xsi:type="dcterms:W3CDTF">2011-08-01T06:04:30Z</dcterms:modified>
  <cp:revision>1</cp:revision>
  <dc:title>business</dc:title>
</cp:coreProperties>
</file>